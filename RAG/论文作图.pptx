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RAG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4835" y="431165"/>
            <a:ext cx="10621645" cy="34023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28115" y="124460"/>
            <a:ext cx="8747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每次提问都会找现有的库（如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Google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）然后返回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top-k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最相关的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与初始问题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结合统一给模型进行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6092825"/>
            <a:ext cx="6096000" cy="7327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95390" y="6050915"/>
            <a:ext cx="5715000" cy="7747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76835" y="4972685"/>
            <a:ext cx="6418580" cy="991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RAG-Sequence</a:t>
            </a:r>
            <a:br>
              <a:rPr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为整句选同一个文档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，信息来源比较集中</a:t>
            </a:r>
            <a:br>
              <a:rPr 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对多个“单文档生成答案”的结果加权平均 来选出最终输出</a:t>
            </a:r>
            <a:endParaRPr 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6426835" y="4972685"/>
            <a:ext cx="57658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RAG-Token</a:t>
            </a:r>
            <a:br>
              <a:rPr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每个词可用不同文档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，更灵活，能融合多源信息</a:t>
            </a:r>
            <a:br>
              <a:rPr 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在每一步生成一个 token 时，会考虑所有检索到的文档，每个文档都投一票（按权重），综合决定当前该生成什么词。</a:t>
            </a:r>
            <a:endParaRPr 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3115945" y="3680460"/>
            <a:ext cx="38481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Retriever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基于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DPR</a:t>
            </a:r>
            <a:r>
              <a:rPr lang="en-US" altLang="zh-CN" sz="1400" b="1" baseline="30000">
                <a:latin typeface="微软雅黑" charset="0"/>
                <a:ea typeface="微软雅黑" charset="0"/>
                <a:cs typeface="微软雅黑" charset="0"/>
              </a:rPr>
              <a:t>[26]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实现，将问题和文档转化为向量计算相似度，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top-k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本质是最大内积搜索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(MIPS)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检索器是在 TriviaQA 和 Natural Questions 数据集上训练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7524115" y="3680460"/>
            <a:ext cx="40151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Generator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在输入是原始问题 x、检索到的文档 z、已经生成的前面 i−1 个词的基础上，生成第 i 个词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使用了 BART-large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演示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Times New Roman Regular</vt:lpstr>
      <vt:lpstr>微软雅黑</vt:lpstr>
      <vt:lpstr>WPS</vt:lpstr>
      <vt:lpstr>RAG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13</cp:revision>
  <dcterms:created xsi:type="dcterms:W3CDTF">2025-08-01T09:23:20Z</dcterms:created>
  <dcterms:modified xsi:type="dcterms:W3CDTF">2025-08-01T09:23:20Z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40CB89CD86DA1EA2A2228368D8BF3E43_41</vt:lpwstr>
  </property>
</Properties>
</file>