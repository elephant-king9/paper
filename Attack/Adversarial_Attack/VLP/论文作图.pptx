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7"/>
  </p:handoutMasterIdLst>
  <p:sldIdLst>
    <p:sldId id="258" r:id="rId3"/>
    <p:sldId id="256" r:id="rId4"/>
    <p:sldId id="257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5.xml"/><Relationship Id="rId8" Type="http://schemas.openxmlformats.org/officeDocument/2006/relationships/image" Target="../media/image4.png"/><Relationship Id="rId7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tags" Target="../tags/tag3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34.xml"/><Relationship Id="rId44" Type="http://schemas.openxmlformats.org/officeDocument/2006/relationships/tags" Target="../tags/tag33.xml"/><Relationship Id="rId43" Type="http://schemas.openxmlformats.org/officeDocument/2006/relationships/image" Target="../media/image11.png"/><Relationship Id="rId42" Type="http://schemas.openxmlformats.org/officeDocument/2006/relationships/tags" Target="../tags/tag32.xml"/><Relationship Id="rId41" Type="http://schemas.openxmlformats.org/officeDocument/2006/relationships/tags" Target="../tags/tag31.xml"/><Relationship Id="rId40" Type="http://schemas.openxmlformats.org/officeDocument/2006/relationships/image" Target="../media/image10.png"/><Relationship Id="rId4" Type="http://schemas.openxmlformats.org/officeDocument/2006/relationships/image" Target="../media/image2.png"/><Relationship Id="rId39" Type="http://schemas.openxmlformats.org/officeDocument/2006/relationships/tags" Target="../tags/tag30.xml"/><Relationship Id="rId38" Type="http://schemas.openxmlformats.org/officeDocument/2006/relationships/tags" Target="../tags/tag29.xml"/><Relationship Id="rId37" Type="http://schemas.openxmlformats.org/officeDocument/2006/relationships/image" Target="../media/image9.png"/><Relationship Id="rId36" Type="http://schemas.openxmlformats.org/officeDocument/2006/relationships/tags" Target="../tags/tag28.xml"/><Relationship Id="rId35" Type="http://schemas.openxmlformats.org/officeDocument/2006/relationships/tags" Target="../tags/tag27.xml"/><Relationship Id="rId34" Type="http://schemas.openxmlformats.org/officeDocument/2006/relationships/tags" Target="../tags/tag26.xml"/><Relationship Id="rId33" Type="http://schemas.openxmlformats.org/officeDocument/2006/relationships/tags" Target="../tags/tag25.xml"/><Relationship Id="rId32" Type="http://schemas.openxmlformats.org/officeDocument/2006/relationships/tags" Target="../tags/tag24.xml"/><Relationship Id="rId31" Type="http://schemas.openxmlformats.org/officeDocument/2006/relationships/image" Target="../media/image8.png"/><Relationship Id="rId30" Type="http://schemas.openxmlformats.org/officeDocument/2006/relationships/tags" Target="../tags/tag23.xml"/><Relationship Id="rId3" Type="http://schemas.openxmlformats.org/officeDocument/2006/relationships/tags" Target="../tags/tag2.xml"/><Relationship Id="rId29" Type="http://schemas.openxmlformats.org/officeDocument/2006/relationships/tags" Target="../tags/tag22.xml"/><Relationship Id="rId28" Type="http://schemas.openxmlformats.org/officeDocument/2006/relationships/tags" Target="../tags/tag21.xml"/><Relationship Id="rId27" Type="http://schemas.openxmlformats.org/officeDocument/2006/relationships/tags" Target="../tags/tag20.xml"/><Relationship Id="rId26" Type="http://schemas.openxmlformats.org/officeDocument/2006/relationships/tags" Target="../tags/tag19.xml"/><Relationship Id="rId25" Type="http://schemas.openxmlformats.org/officeDocument/2006/relationships/tags" Target="../tags/tag18.xml"/><Relationship Id="rId24" Type="http://schemas.openxmlformats.org/officeDocument/2006/relationships/tags" Target="../tags/tag17.xml"/><Relationship Id="rId23" Type="http://schemas.openxmlformats.org/officeDocument/2006/relationships/tags" Target="../tags/tag16.xml"/><Relationship Id="rId22" Type="http://schemas.openxmlformats.org/officeDocument/2006/relationships/tags" Target="../tags/tag15.xml"/><Relationship Id="rId21" Type="http://schemas.openxmlformats.org/officeDocument/2006/relationships/tags" Target="../tags/tag14.xml"/><Relationship Id="rId20" Type="http://schemas.openxmlformats.org/officeDocument/2006/relationships/tags" Target="../tags/tag13.xml"/><Relationship Id="rId2" Type="http://schemas.openxmlformats.org/officeDocument/2006/relationships/image" Target="../media/image1.png"/><Relationship Id="rId19" Type="http://schemas.openxmlformats.org/officeDocument/2006/relationships/tags" Target="../tags/tag12.xml"/><Relationship Id="rId18" Type="http://schemas.openxmlformats.org/officeDocument/2006/relationships/image" Target="../media/image7.png"/><Relationship Id="rId17" Type="http://schemas.openxmlformats.org/officeDocument/2006/relationships/tags" Target="../tags/tag11.xml"/><Relationship Id="rId16" Type="http://schemas.openxmlformats.org/officeDocument/2006/relationships/tags" Target="../tags/tag10.xml"/><Relationship Id="rId15" Type="http://schemas.openxmlformats.org/officeDocument/2006/relationships/tags" Target="../tags/tag9.xml"/><Relationship Id="rId14" Type="http://schemas.openxmlformats.org/officeDocument/2006/relationships/image" Target="../media/image6.png"/><Relationship Id="rId13" Type="http://schemas.openxmlformats.org/officeDocument/2006/relationships/tags" Target="../tags/tag8.xml"/><Relationship Id="rId12" Type="http://schemas.openxmlformats.org/officeDocument/2006/relationships/tags" Target="../tags/tag7.xml"/><Relationship Id="rId11" Type="http://schemas.openxmlformats.org/officeDocument/2006/relationships/tags" Target="../tags/tag6.xml"/><Relationship Id="rId10" Type="http://schemas.openxmlformats.org/officeDocument/2006/relationships/image" Target="../media/image5.pn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7" Type="http://schemas.openxmlformats.org/officeDocument/2006/relationships/notesSlide" Target="../notesSlides/notesSlide2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54.xml"/><Relationship Id="rId24" Type="http://schemas.openxmlformats.org/officeDocument/2006/relationships/tags" Target="../tags/tag53.xml"/><Relationship Id="rId23" Type="http://schemas.openxmlformats.org/officeDocument/2006/relationships/tags" Target="../tags/tag52.xml"/><Relationship Id="rId22" Type="http://schemas.openxmlformats.org/officeDocument/2006/relationships/tags" Target="../tags/tag51.xml"/><Relationship Id="rId21" Type="http://schemas.openxmlformats.org/officeDocument/2006/relationships/tags" Target="../tags/tag50.xml"/><Relationship Id="rId20" Type="http://schemas.openxmlformats.org/officeDocument/2006/relationships/tags" Target="../tags/tag49.xml"/><Relationship Id="rId2" Type="http://schemas.openxmlformats.org/officeDocument/2006/relationships/image" Target="../media/image12.png"/><Relationship Id="rId19" Type="http://schemas.openxmlformats.org/officeDocument/2006/relationships/image" Target="../media/image16.png"/><Relationship Id="rId18" Type="http://schemas.openxmlformats.org/officeDocument/2006/relationships/tags" Target="../tags/tag48.xml"/><Relationship Id="rId17" Type="http://schemas.openxmlformats.org/officeDocument/2006/relationships/image" Target="../media/image15.png"/><Relationship Id="rId16" Type="http://schemas.openxmlformats.org/officeDocument/2006/relationships/tags" Target="../tags/tag47.xml"/><Relationship Id="rId15" Type="http://schemas.openxmlformats.org/officeDocument/2006/relationships/image" Target="../media/image14.png"/><Relationship Id="rId14" Type="http://schemas.openxmlformats.org/officeDocument/2006/relationships/tags" Target="../tags/tag46.xml"/><Relationship Id="rId13" Type="http://schemas.openxmlformats.org/officeDocument/2006/relationships/image" Target="../media/image13.png"/><Relationship Id="rId12" Type="http://schemas.openxmlformats.org/officeDocument/2006/relationships/tags" Target="../tags/tag45.xml"/><Relationship Id="rId11" Type="http://schemas.openxmlformats.org/officeDocument/2006/relationships/tags" Target="../tags/tag44.xml"/><Relationship Id="rId10" Type="http://schemas.openxmlformats.org/officeDocument/2006/relationships/tags" Target="../tags/tag43.xml"/><Relationship Id="rId1" Type="http://schemas.openxmlformats.org/officeDocument/2006/relationships/tags" Target="../tags/tag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AttackVLM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711960" y="455295"/>
            <a:ext cx="8767445" cy="4133850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"/>
            </p:custDataLst>
          </p:nvPr>
        </p:nvSpPr>
        <p:spPr>
          <a:xfrm>
            <a:off x="1802130" y="156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T2I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根据文本生成锚点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-483870" y="2442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干净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待攻击图像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3588385" y="323215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等模型实现目标攻击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将干净待攻击图像朝锚点图像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6268720" y="3232150"/>
            <a:ext cx="159258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带扰动的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7"/>
            </p:custDataLst>
          </p:nvPr>
        </p:nvSpPr>
        <p:spPr>
          <a:xfrm>
            <a:off x="7284720" y="438150"/>
            <a:ext cx="159258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根据黑盒模型输出的文本更新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8"/>
            </p:custDataLst>
          </p:nvPr>
        </p:nvSpPr>
        <p:spPr>
          <a:xfrm>
            <a:off x="9697720" y="2089150"/>
            <a:ext cx="159258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RGF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9"/>
            </p:custDataLst>
          </p:nvPr>
        </p:nvSpPr>
        <p:spPr>
          <a:xfrm>
            <a:off x="2839720" y="4629150"/>
            <a:ext cx="159258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干净图像的正常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0"/>
            </p:custDataLst>
          </p:nvPr>
        </p:nvSpPr>
        <p:spPr>
          <a:xfrm>
            <a:off x="7411720" y="4629150"/>
            <a:ext cx="159258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扰动图像错误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2945130" y="2569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PGD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1485" y="5075555"/>
            <a:ext cx="3136900" cy="5842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2300" y="5075555"/>
            <a:ext cx="3289300" cy="5461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8411210" y="5075555"/>
            <a:ext cx="3695700" cy="59690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300345" y="5988685"/>
            <a:ext cx="5815965" cy="85852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20"/>
            </p:custDataLst>
          </p:nvPr>
        </p:nvSpPr>
        <p:spPr>
          <a:xfrm>
            <a:off x="786130" y="4855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MF-it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1"/>
            </p:custDataLst>
          </p:nvPr>
        </p:nvSpPr>
        <p:spPr>
          <a:xfrm>
            <a:off x="4723130" y="4855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MF-ii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22"/>
            </p:custDataLst>
          </p:nvPr>
        </p:nvSpPr>
        <p:spPr>
          <a:xfrm>
            <a:off x="8914130" y="4855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MF-tt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23"/>
            </p:custDataLst>
          </p:nvPr>
        </p:nvSpPr>
        <p:spPr>
          <a:xfrm>
            <a:off x="659130" y="549084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图像左侧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让锚点文本和扰动图像特征内积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24"/>
            </p:custDataLst>
          </p:nvPr>
        </p:nvSpPr>
        <p:spPr>
          <a:xfrm>
            <a:off x="4518660" y="5490845"/>
            <a:ext cx="346329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图像左侧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让锚点文本生成的图像和扰动图像内积最大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25"/>
            </p:custDataLst>
          </p:nvPr>
        </p:nvSpPr>
        <p:spPr>
          <a:xfrm>
            <a:off x="8582660" y="5490845"/>
            <a:ext cx="346329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图像右侧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的由第一步生成的扰动图像和文本生成的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和锚点文本的特征内积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1148</Words>
  <Application>WPS 演示</Application>
  <PresentationFormat>宽屏</PresentationFormat>
  <Paragraphs>66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5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  <vt:lpstr>AttackVLM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12</cp:revision>
  <dcterms:created xsi:type="dcterms:W3CDTF">2025-07-03T06:06:56Z</dcterms:created>
  <dcterms:modified xsi:type="dcterms:W3CDTF">2025-07-03T06:06:56Z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EE228C4F9FBAAF66D7F86568DE8EAEED_41</vt:lpwstr>
  </property>
</Properties>
</file>