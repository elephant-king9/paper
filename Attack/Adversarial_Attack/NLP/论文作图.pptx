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9</cp:revision>
  <dcterms:created xsi:type="dcterms:W3CDTF">2025-07-08T07:35:32Z</dcterms:created>
  <dcterms:modified xsi:type="dcterms:W3CDTF">2025-07-08T07:35:32Z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5EB362F2D16A44973CCA6C68FA85E555_41</vt:lpwstr>
  </property>
</Properties>
</file>