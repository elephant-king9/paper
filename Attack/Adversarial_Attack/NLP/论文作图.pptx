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6"/>
  </p:handoutMasterIdLst>
  <p:sldIdLst>
    <p:sldId id="256" r:id="rId3"/>
    <p:sldId id="257" r:id="rId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3.xml"/><Relationship Id="rId4" Type="http://schemas.openxmlformats.org/officeDocument/2006/relationships/image" Target="../media/image2.png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BERT-Attack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17780" y="82550"/>
            <a:ext cx="4262755" cy="308419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490210" y="0"/>
            <a:ext cx="6610985" cy="68580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-635" y="3429000"/>
            <a:ext cx="5491480" cy="31997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================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选词阶段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==================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S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输入并分词后的句子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句子原本的正确标签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(Eg.posotive)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4~5. 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每一个词，判断对模型输出的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logits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影响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     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并根据重要度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排序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================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换词阶段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  <a:sym typeface="+mn-ea"/>
              </a:rPr>
              <a:t>==================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8~18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如果是完整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预测每个词的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如果是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使用困惑度对组合排序，筛选出合适的组合替换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19~25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对每个候选词，构造替换后的句子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’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如果模型判断改变，表示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成功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如果模型判断未改变，记录让模型信心下降最多的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句子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</Words>
  <Application>WPS 演示</Application>
  <PresentationFormat>宽屏</PresentationFormat>
  <Paragraphs>19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4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10</cp:revision>
  <dcterms:created xsi:type="dcterms:W3CDTF">2025-07-08T08:53:20Z</dcterms:created>
  <dcterms:modified xsi:type="dcterms:W3CDTF">2025-07-08T08:53:20Z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5EB362F2D16A44973CCA6C68FA85E555_41</vt:lpwstr>
  </property>
</Properties>
</file>