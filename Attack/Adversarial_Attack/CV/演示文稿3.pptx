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9</cp:revision>
  <dcterms:created xsi:type="dcterms:W3CDTF">2025-07-08T06:56:42Z</dcterms:created>
  <dcterms:modified xsi:type="dcterms:W3CDTF">2025-07-08T06:56:42Z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AF30B33E69E326EA1FC16C68841D9324_41</vt:lpwstr>
  </property>
</Properties>
</file>