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Elephant King。</cp:lastModifiedBy>
  <cp:revision>10</cp:revision>
  <dcterms:created xsi:type="dcterms:W3CDTF">2025-07-08T06:56:53Z</dcterms:created>
  <dcterms:modified xsi:type="dcterms:W3CDTF">2025-07-08T06:56:53Z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B78900483564358F35C16C68C2DC094C_43</vt:lpwstr>
  </property>
</Properties>
</file>