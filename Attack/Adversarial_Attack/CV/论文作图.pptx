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8"/>
  </p:handoutMasterIdLst>
  <p:sldIdLst>
    <p:sldId id="256" r:id="rId3"/>
    <p:sldId id="257" r:id="rId5"/>
    <p:sldId id="258" r:id="rId6"/>
    <p:sldId id="259" r:id="rId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5" Type="http://schemas.openxmlformats.org/officeDocument/2006/relationships/slideLayout" Target="../slideLayouts/slideLayout1.xml"/><Relationship Id="rId64" Type="http://schemas.openxmlformats.org/officeDocument/2006/relationships/image" Target="../media/image4.png"/><Relationship Id="rId63" Type="http://schemas.openxmlformats.org/officeDocument/2006/relationships/tags" Target="../tags/tag60.xml"/><Relationship Id="rId62" Type="http://schemas.openxmlformats.org/officeDocument/2006/relationships/tags" Target="../tags/tag59.xml"/><Relationship Id="rId61" Type="http://schemas.openxmlformats.org/officeDocument/2006/relationships/image" Target="../media/image3.png"/><Relationship Id="rId60" Type="http://schemas.openxmlformats.org/officeDocument/2006/relationships/tags" Target="../tags/tag58.xml"/><Relationship Id="rId6" Type="http://schemas.openxmlformats.org/officeDocument/2006/relationships/tags" Target="../tags/tag4.xml"/><Relationship Id="rId59" Type="http://schemas.openxmlformats.org/officeDocument/2006/relationships/tags" Target="../tags/tag57.xml"/><Relationship Id="rId58" Type="http://schemas.openxmlformats.org/officeDocument/2006/relationships/tags" Target="../tags/tag56.xml"/><Relationship Id="rId57" Type="http://schemas.openxmlformats.org/officeDocument/2006/relationships/tags" Target="../tags/tag55.xml"/><Relationship Id="rId56" Type="http://schemas.openxmlformats.org/officeDocument/2006/relationships/tags" Target="../tags/tag54.xml"/><Relationship Id="rId55" Type="http://schemas.openxmlformats.org/officeDocument/2006/relationships/tags" Target="../tags/tag53.xml"/><Relationship Id="rId54" Type="http://schemas.openxmlformats.org/officeDocument/2006/relationships/tags" Target="../tags/tag52.xml"/><Relationship Id="rId53" Type="http://schemas.openxmlformats.org/officeDocument/2006/relationships/tags" Target="../tags/tag51.xml"/><Relationship Id="rId52" Type="http://schemas.openxmlformats.org/officeDocument/2006/relationships/tags" Target="../tags/tag50.xml"/><Relationship Id="rId51" Type="http://schemas.openxmlformats.org/officeDocument/2006/relationships/tags" Target="../tags/tag49.xml"/><Relationship Id="rId50" Type="http://schemas.openxmlformats.org/officeDocument/2006/relationships/tags" Target="../tags/tag48.xml"/><Relationship Id="rId5" Type="http://schemas.openxmlformats.org/officeDocument/2006/relationships/tags" Target="../tags/tag3.xml"/><Relationship Id="rId49" Type="http://schemas.openxmlformats.org/officeDocument/2006/relationships/tags" Target="../tags/tag47.xml"/><Relationship Id="rId48" Type="http://schemas.openxmlformats.org/officeDocument/2006/relationships/tags" Target="../tags/tag46.xml"/><Relationship Id="rId47" Type="http://schemas.openxmlformats.org/officeDocument/2006/relationships/tags" Target="../tags/tag45.xml"/><Relationship Id="rId46" Type="http://schemas.openxmlformats.org/officeDocument/2006/relationships/tags" Target="../tags/tag44.xml"/><Relationship Id="rId45" Type="http://schemas.openxmlformats.org/officeDocument/2006/relationships/tags" Target="../tags/tag43.xml"/><Relationship Id="rId44" Type="http://schemas.openxmlformats.org/officeDocument/2006/relationships/tags" Target="../tags/tag42.xml"/><Relationship Id="rId43" Type="http://schemas.openxmlformats.org/officeDocument/2006/relationships/tags" Target="../tags/tag41.xml"/><Relationship Id="rId42" Type="http://schemas.openxmlformats.org/officeDocument/2006/relationships/tags" Target="../tags/tag40.xml"/><Relationship Id="rId41" Type="http://schemas.openxmlformats.org/officeDocument/2006/relationships/tags" Target="../tags/tag39.xml"/><Relationship Id="rId40" Type="http://schemas.openxmlformats.org/officeDocument/2006/relationships/tags" Target="../tags/tag38.xml"/><Relationship Id="rId4" Type="http://schemas.openxmlformats.org/officeDocument/2006/relationships/image" Target="../media/image2.png"/><Relationship Id="rId39" Type="http://schemas.openxmlformats.org/officeDocument/2006/relationships/tags" Target="../tags/tag37.xml"/><Relationship Id="rId38" Type="http://schemas.openxmlformats.org/officeDocument/2006/relationships/tags" Target="../tags/tag36.xml"/><Relationship Id="rId37" Type="http://schemas.openxmlformats.org/officeDocument/2006/relationships/tags" Target="../tags/tag35.xml"/><Relationship Id="rId36" Type="http://schemas.openxmlformats.org/officeDocument/2006/relationships/tags" Target="../tags/tag34.xml"/><Relationship Id="rId35" Type="http://schemas.openxmlformats.org/officeDocument/2006/relationships/tags" Target="../tags/tag33.xml"/><Relationship Id="rId34" Type="http://schemas.openxmlformats.org/officeDocument/2006/relationships/tags" Target="../tags/tag32.xml"/><Relationship Id="rId33" Type="http://schemas.openxmlformats.org/officeDocument/2006/relationships/tags" Target="../tags/tag31.xml"/><Relationship Id="rId32" Type="http://schemas.openxmlformats.org/officeDocument/2006/relationships/tags" Target="../tags/tag30.xml"/><Relationship Id="rId31" Type="http://schemas.openxmlformats.org/officeDocument/2006/relationships/tags" Target="../tags/tag29.xml"/><Relationship Id="rId30" Type="http://schemas.openxmlformats.org/officeDocument/2006/relationships/tags" Target="../tags/tag28.xml"/><Relationship Id="rId3" Type="http://schemas.openxmlformats.org/officeDocument/2006/relationships/tags" Target="../tags/tag2.xml"/><Relationship Id="rId29" Type="http://schemas.openxmlformats.org/officeDocument/2006/relationships/tags" Target="../tags/tag27.xml"/><Relationship Id="rId28" Type="http://schemas.openxmlformats.org/officeDocument/2006/relationships/tags" Target="../tags/tag26.xml"/><Relationship Id="rId27" Type="http://schemas.openxmlformats.org/officeDocument/2006/relationships/tags" Target="../tags/tag25.xml"/><Relationship Id="rId26" Type="http://schemas.openxmlformats.org/officeDocument/2006/relationships/tags" Target="../tags/tag24.xml"/><Relationship Id="rId25" Type="http://schemas.openxmlformats.org/officeDocument/2006/relationships/tags" Target="../tags/tag23.xml"/><Relationship Id="rId24" Type="http://schemas.openxmlformats.org/officeDocument/2006/relationships/tags" Target="../tags/tag22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image" Target="../media/image1.png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65.xml"/><Relationship Id="rId6" Type="http://schemas.openxmlformats.org/officeDocument/2006/relationships/tags" Target="../tags/tag64.xml"/><Relationship Id="rId5" Type="http://schemas.openxmlformats.org/officeDocument/2006/relationships/tags" Target="../tags/tag63.xml"/><Relationship Id="rId4" Type="http://schemas.openxmlformats.org/officeDocument/2006/relationships/image" Target="../media/image4.png"/><Relationship Id="rId3" Type="http://schemas.openxmlformats.org/officeDocument/2006/relationships/tags" Target="../tags/tag62.xml"/><Relationship Id="rId2" Type="http://schemas.openxmlformats.org/officeDocument/2006/relationships/image" Target="../media/image5.png"/><Relationship Id="rId1" Type="http://schemas.openxmlformats.org/officeDocument/2006/relationships/tags" Target="../tags/tag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FGSM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" name="图片 1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040120" y="4767580"/>
            <a:ext cx="587375" cy="1043940"/>
          </a:xfrm>
          <a:prstGeom prst="rect">
            <a:avLst/>
          </a:prstGeom>
        </p:spPr>
      </p:pic>
      <p:sp>
        <p:nvSpPr>
          <p:cNvPr id="16" name="下箭头 15"/>
          <p:cNvSpPr/>
          <p:nvPr/>
        </p:nvSpPr>
        <p:spPr>
          <a:xfrm>
            <a:off x="8147050" y="2530475"/>
            <a:ext cx="607060" cy="154622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854325" y="631190"/>
            <a:ext cx="3580130" cy="4293870"/>
          </a:xfrm>
          <a:prstGeom prst="rect">
            <a:avLst/>
          </a:prstGeom>
          <a:solidFill>
            <a:srgbClr val="797979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00075" y="1614805"/>
            <a:ext cx="1689100" cy="1689100"/>
          </a:xfrm>
          <a:prstGeom prst="rect">
            <a:avLst/>
          </a:prstGeom>
        </p:spPr>
      </p:pic>
      <p:cxnSp>
        <p:nvCxnSpPr>
          <p:cNvPr id="516" name="Google Shape;516;p25"/>
          <p:cNvCxnSpPr>
            <a:stCxn id="517" idx="6"/>
            <a:endCxn id="518" idx="2"/>
          </p:cNvCxnSpPr>
          <p:nvPr>
            <p:custDataLst>
              <p:tags r:id="rId5"/>
            </p:custDataLst>
          </p:nvPr>
        </p:nvCxnSpPr>
        <p:spPr>
          <a:xfrm>
            <a:off x="3592908" y="1109091"/>
            <a:ext cx="750300" cy="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7" name="Google Shape;517;p25"/>
          <p:cNvSpPr/>
          <p:nvPr>
            <p:custDataLst>
              <p:tags r:id="rId6"/>
            </p:custDataLst>
          </p:nvPr>
        </p:nvSpPr>
        <p:spPr>
          <a:xfrm>
            <a:off x="2999808" y="803241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48235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[1]</a:t>
            </a:r>
            <a:r>
              <a:rPr lang="en-GB" sz="1100" baseline="-25000">
                <a:solidFill>
                  <a:srgbClr val="000000"/>
                </a:solidFill>
              </a:rPr>
              <a:t>1</a:t>
            </a:r>
            <a:endParaRPr sz="1200" baseline="-25000"/>
          </a:p>
        </p:txBody>
      </p:sp>
      <p:sp>
        <p:nvSpPr>
          <p:cNvPr id="519" name="Google Shape;519;p25"/>
          <p:cNvSpPr/>
          <p:nvPr>
            <p:custDataLst>
              <p:tags r:id="rId7"/>
            </p:custDataLst>
          </p:nvPr>
        </p:nvSpPr>
        <p:spPr>
          <a:xfrm>
            <a:off x="2999808" y="1614563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48235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[1]</a:t>
            </a:r>
            <a:r>
              <a:rPr lang="en-GB" sz="1100" baseline="-25000">
                <a:solidFill>
                  <a:srgbClr val="000000"/>
                </a:solidFill>
              </a:rPr>
              <a:t>2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520" name="Google Shape;520;p25"/>
          <p:cNvSpPr/>
          <p:nvPr>
            <p:custDataLst>
              <p:tags r:id="rId8"/>
            </p:custDataLst>
          </p:nvPr>
        </p:nvSpPr>
        <p:spPr>
          <a:xfrm>
            <a:off x="2999808" y="2351686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48235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[1]</a:t>
            </a:r>
            <a:r>
              <a:rPr lang="en-GB" sz="1100" baseline="-25000">
                <a:solidFill>
                  <a:srgbClr val="000000"/>
                </a:solidFill>
              </a:rPr>
              <a:t>3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521" name="Google Shape;521;p25"/>
          <p:cNvSpPr/>
          <p:nvPr>
            <p:custDataLst>
              <p:tags r:id="rId9"/>
            </p:custDataLst>
          </p:nvPr>
        </p:nvSpPr>
        <p:spPr>
          <a:xfrm>
            <a:off x="2999808" y="3587234"/>
            <a:ext cx="587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48235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[1]</a:t>
            </a:r>
            <a:r>
              <a:rPr lang="en-GB" sz="1100" baseline="-25000">
                <a:solidFill>
                  <a:srgbClr val="000000"/>
                </a:solidFill>
              </a:rPr>
              <a:t>n</a:t>
            </a:r>
            <a:endParaRPr sz="1100">
              <a:solidFill>
                <a:srgbClr val="000000"/>
              </a:solidFill>
            </a:endParaRPr>
          </a:p>
        </p:txBody>
      </p:sp>
      <p:sp>
        <p:nvSpPr>
          <p:cNvPr id="518" name="Google Shape;518;p25"/>
          <p:cNvSpPr/>
          <p:nvPr>
            <p:custDataLst>
              <p:tags r:id="rId10"/>
            </p:custDataLst>
          </p:nvPr>
        </p:nvSpPr>
        <p:spPr>
          <a:xfrm>
            <a:off x="4343108" y="803241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48235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[2]</a:t>
            </a:r>
            <a:r>
              <a:rPr lang="en-GB" sz="1100" baseline="-25000">
                <a:solidFill>
                  <a:srgbClr val="000000"/>
                </a:solidFill>
              </a:rPr>
              <a:t>1</a:t>
            </a:r>
            <a:endParaRPr sz="1200" baseline="-25000"/>
          </a:p>
        </p:txBody>
      </p:sp>
      <p:sp>
        <p:nvSpPr>
          <p:cNvPr id="522" name="Google Shape;522;p25"/>
          <p:cNvSpPr/>
          <p:nvPr>
            <p:custDataLst>
              <p:tags r:id="rId11"/>
            </p:custDataLst>
          </p:nvPr>
        </p:nvSpPr>
        <p:spPr>
          <a:xfrm>
            <a:off x="4343108" y="1614563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48235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[2]</a:t>
            </a:r>
            <a:r>
              <a:rPr lang="en-GB" sz="1100" baseline="-25000">
                <a:solidFill>
                  <a:srgbClr val="000000"/>
                </a:solidFill>
              </a:rPr>
              <a:t>2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523" name="Google Shape;523;p25"/>
          <p:cNvSpPr/>
          <p:nvPr>
            <p:custDataLst>
              <p:tags r:id="rId12"/>
            </p:custDataLst>
          </p:nvPr>
        </p:nvSpPr>
        <p:spPr>
          <a:xfrm>
            <a:off x="4343108" y="2378761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48235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[2]</a:t>
            </a:r>
            <a:r>
              <a:rPr lang="en-GB" sz="1100" baseline="-25000">
                <a:solidFill>
                  <a:srgbClr val="000000"/>
                </a:solidFill>
              </a:rPr>
              <a:t>3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524" name="Google Shape;524;p25"/>
          <p:cNvSpPr/>
          <p:nvPr>
            <p:custDataLst>
              <p:tags r:id="rId13"/>
            </p:custDataLst>
          </p:nvPr>
        </p:nvSpPr>
        <p:spPr>
          <a:xfrm>
            <a:off x="4343108" y="3587234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48235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[2]</a:t>
            </a:r>
            <a:r>
              <a:rPr lang="en-GB" sz="1100" baseline="-25000">
                <a:solidFill>
                  <a:srgbClr val="000000"/>
                </a:solidFill>
              </a:rPr>
              <a:t>n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515" name="Google Shape;515;p25"/>
          <p:cNvSpPr/>
          <p:nvPr>
            <p:custDataLst>
              <p:tags r:id="rId14"/>
            </p:custDataLst>
          </p:nvPr>
        </p:nvSpPr>
        <p:spPr>
          <a:xfrm>
            <a:off x="5686908" y="803241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39607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[3]</a:t>
            </a:r>
            <a:r>
              <a:rPr lang="en-GB" sz="1100" baseline="-25000">
                <a:solidFill>
                  <a:srgbClr val="000000"/>
                </a:solidFill>
              </a:rPr>
              <a:t>1</a:t>
            </a:r>
            <a:endParaRPr sz="1200" baseline="-25000"/>
          </a:p>
        </p:txBody>
      </p:sp>
      <p:sp>
        <p:nvSpPr>
          <p:cNvPr id="513" name="Google Shape;513;p25"/>
          <p:cNvSpPr/>
          <p:nvPr>
            <p:custDataLst>
              <p:tags r:id="rId15"/>
            </p:custDataLst>
          </p:nvPr>
        </p:nvSpPr>
        <p:spPr>
          <a:xfrm>
            <a:off x="5686908" y="1577513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39607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[3]</a:t>
            </a:r>
            <a:r>
              <a:rPr lang="en-GB" sz="1100" baseline="-25000">
                <a:solidFill>
                  <a:srgbClr val="000000"/>
                </a:solidFill>
              </a:rPr>
              <a:t>2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525" name="Google Shape;525;p25"/>
          <p:cNvSpPr/>
          <p:nvPr>
            <p:custDataLst>
              <p:tags r:id="rId16"/>
            </p:custDataLst>
          </p:nvPr>
        </p:nvSpPr>
        <p:spPr>
          <a:xfrm>
            <a:off x="5686896" y="2351811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39607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[3]</a:t>
            </a:r>
            <a:r>
              <a:rPr lang="en-GB" sz="1100" baseline="-25000">
                <a:solidFill>
                  <a:srgbClr val="000000"/>
                </a:solidFill>
              </a:rPr>
              <a:t>3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511" name="Google Shape;511;p25"/>
          <p:cNvSpPr/>
          <p:nvPr>
            <p:custDataLst>
              <p:tags r:id="rId17"/>
            </p:custDataLst>
          </p:nvPr>
        </p:nvSpPr>
        <p:spPr>
          <a:xfrm>
            <a:off x="5686908" y="3569534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39607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[3]</a:t>
            </a:r>
            <a:r>
              <a:rPr lang="en-GB" sz="1100" baseline="-25000">
                <a:solidFill>
                  <a:srgbClr val="000000"/>
                </a:solidFill>
              </a:rPr>
              <a:t>n</a:t>
            </a:r>
            <a:endParaRPr sz="1600">
              <a:solidFill>
                <a:srgbClr val="000000"/>
              </a:solidFill>
            </a:endParaRPr>
          </a:p>
        </p:txBody>
      </p:sp>
      <p:cxnSp>
        <p:nvCxnSpPr>
          <p:cNvPr id="526" name="Google Shape;526;p25"/>
          <p:cNvCxnSpPr/>
          <p:nvPr>
            <p:custDataLst>
              <p:tags r:id="rId18"/>
            </p:custDataLst>
          </p:nvPr>
        </p:nvCxnSpPr>
        <p:spPr>
          <a:xfrm flipH="1">
            <a:off x="3293350" y="3088775"/>
            <a:ext cx="6000" cy="450000"/>
          </a:xfrm>
          <a:prstGeom prst="straightConnector1">
            <a:avLst/>
          </a:prstGeom>
          <a:noFill/>
          <a:ln w="28575" cap="flat" cmpd="sng">
            <a:solidFill>
              <a:srgbClr val="595959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559" name="Google Shape;559;p25"/>
          <p:cNvCxnSpPr>
            <a:stCxn id="517" idx="6"/>
            <a:endCxn id="522" idx="2"/>
          </p:cNvCxnSpPr>
          <p:nvPr>
            <p:custDataLst>
              <p:tags r:id="rId19"/>
            </p:custDataLst>
          </p:nvPr>
        </p:nvCxnSpPr>
        <p:spPr>
          <a:xfrm>
            <a:off x="3592908" y="1109091"/>
            <a:ext cx="750300" cy="8112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0" name="Google Shape;560;p25"/>
          <p:cNvCxnSpPr>
            <a:stCxn id="517" idx="6"/>
            <a:endCxn id="523" idx="2"/>
          </p:cNvCxnSpPr>
          <p:nvPr>
            <p:custDataLst>
              <p:tags r:id="rId20"/>
            </p:custDataLst>
          </p:nvPr>
        </p:nvCxnSpPr>
        <p:spPr>
          <a:xfrm>
            <a:off x="3592908" y="1109091"/>
            <a:ext cx="750300" cy="15756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1" name="Google Shape;561;p25"/>
          <p:cNvCxnSpPr>
            <a:stCxn id="517" idx="6"/>
            <a:endCxn id="524" idx="2"/>
          </p:cNvCxnSpPr>
          <p:nvPr>
            <p:custDataLst>
              <p:tags r:id="rId21"/>
            </p:custDataLst>
          </p:nvPr>
        </p:nvCxnSpPr>
        <p:spPr>
          <a:xfrm>
            <a:off x="3592908" y="1109091"/>
            <a:ext cx="750300" cy="27840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2" name="Google Shape;562;p25"/>
          <p:cNvCxnSpPr>
            <a:stCxn id="519" idx="6"/>
            <a:endCxn id="518" idx="2"/>
          </p:cNvCxnSpPr>
          <p:nvPr>
            <p:custDataLst>
              <p:tags r:id="rId22"/>
            </p:custDataLst>
          </p:nvPr>
        </p:nvCxnSpPr>
        <p:spPr>
          <a:xfrm rot="10800000" flipH="1">
            <a:off x="3719908" y="1236213"/>
            <a:ext cx="750300" cy="8112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3" name="Google Shape;563;p25"/>
          <p:cNvCxnSpPr>
            <a:stCxn id="519" idx="6"/>
            <a:endCxn id="522" idx="2"/>
          </p:cNvCxnSpPr>
          <p:nvPr>
            <p:custDataLst>
              <p:tags r:id="rId23"/>
            </p:custDataLst>
          </p:nvPr>
        </p:nvCxnSpPr>
        <p:spPr>
          <a:xfrm>
            <a:off x="3592908" y="1920413"/>
            <a:ext cx="750300" cy="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4" name="Google Shape;564;p25"/>
          <p:cNvCxnSpPr>
            <a:stCxn id="519" idx="6"/>
            <a:endCxn id="523" idx="2"/>
          </p:cNvCxnSpPr>
          <p:nvPr>
            <p:custDataLst>
              <p:tags r:id="rId24"/>
            </p:custDataLst>
          </p:nvPr>
        </p:nvCxnSpPr>
        <p:spPr>
          <a:xfrm>
            <a:off x="3592908" y="1920413"/>
            <a:ext cx="750300" cy="7641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5" name="Google Shape;565;p25"/>
          <p:cNvCxnSpPr>
            <a:stCxn id="519" idx="6"/>
            <a:endCxn id="524" idx="2"/>
          </p:cNvCxnSpPr>
          <p:nvPr>
            <p:custDataLst>
              <p:tags r:id="rId25"/>
            </p:custDataLst>
          </p:nvPr>
        </p:nvCxnSpPr>
        <p:spPr>
          <a:xfrm>
            <a:off x="3592908" y="1920413"/>
            <a:ext cx="750300" cy="19728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6" name="Google Shape;566;p25"/>
          <p:cNvCxnSpPr>
            <a:stCxn id="520" idx="6"/>
            <a:endCxn id="518" idx="2"/>
          </p:cNvCxnSpPr>
          <p:nvPr>
            <p:custDataLst>
              <p:tags r:id="rId26"/>
            </p:custDataLst>
          </p:nvPr>
        </p:nvCxnSpPr>
        <p:spPr>
          <a:xfrm rot="10800000" flipH="1">
            <a:off x="3592908" y="1109236"/>
            <a:ext cx="750300" cy="15483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7" name="Google Shape;567;p25"/>
          <p:cNvCxnSpPr>
            <a:stCxn id="520" idx="6"/>
            <a:endCxn id="522" idx="2"/>
          </p:cNvCxnSpPr>
          <p:nvPr>
            <p:custDataLst>
              <p:tags r:id="rId27"/>
            </p:custDataLst>
          </p:nvPr>
        </p:nvCxnSpPr>
        <p:spPr>
          <a:xfrm rot="10800000" flipH="1">
            <a:off x="3592908" y="1920436"/>
            <a:ext cx="750300" cy="7371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8" name="Google Shape;568;p25"/>
          <p:cNvCxnSpPr>
            <a:stCxn id="520" idx="6"/>
            <a:endCxn id="523" idx="2"/>
          </p:cNvCxnSpPr>
          <p:nvPr>
            <p:custDataLst>
              <p:tags r:id="rId28"/>
            </p:custDataLst>
          </p:nvPr>
        </p:nvCxnSpPr>
        <p:spPr>
          <a:xfrm>
            <a:off x="3592908" y="2657536"/>
            <a:ext cx="750300" cy="270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9" name="Google Shape;569;p25"/>
          <p:cNvCxnSpPr>
            <a:stCxn id="520" idx="6"/>
            <a:endCxn id="524" idx="2"/>
          </p:cNvCxnSpPr>
          <p:nvPr>
            <p:custDataLst>
              <p:tags r:id="rId29"/>
            </p:custDataLst>
          </p:nvPr>
        </p:nvCxnSpPr>
        <p:spPr>
          <a:xfrm>
            <a:off x="3592908" y="2657536"/>
            <a:ext cx="750300" cy="12354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0" name="Google Shape;570;p25"/>
          <p:cNvCxnSpPr/>
          <p:nvPr>
            <p:custDataLst>
              <p:tags r:id="rId30"/>
            </p:custDataLst>
          </p:nvPr>
        </p:nvCxnSpPr>
        <p:spPr>
          <a:xfrm rot="10800000" flipH="1">
            <a:off x="3592808" y="1109091"/>
            <a:ext cx="750300" cy="28194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1" name="Google Shape;571;p25"/>
          <p:cNvCxnSpPr>
            <a:stCxn id="521" idx="6"/>
            <a:endCxn id="522" idx="2"/>
          </p:cNvCxnSpPr>
          <p:nvPr>
            <p:custDataLst>
              <p:tags r:id="rId31"/>
            </p:custDataLst>
          </p:nvPr>
        </p:nvCxnSpPr>
        <p:spPr>
          <a:xfrm rot="10800000" flipH="1">
            <a:off x="3586908" y="1920284"/>
            <a:ext cx="756300" cy="19728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2" name="Google Shape;572;p25"/>
          <p:cNvCxnSpPr>
            <a:stCxn id="521" idx="6"/>
            <a:endCxn id="523" idx="2"/>
          </p:cNvCxnSpPr>
          <p:nvPr>
            <p:custDataLst>
              <p:tags r:id="rId32"/>
            </p:custDataLst>
          </p:nvPr>
        </p:nvCxnSpPr>
        <p:spPr>
          <a:xfrm rot="10800000" flipH="1">
            <a:off x="3586908" y="2684684"/>
            <a:ext cx="756300" cy="12084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3" name="Google Shape;573;p25"/>
          <p:cNvCxnSpPr>
            <a:stCxn id="521" idx="6"/>
            <a:endCxn id="524" idx="2"/>
          </p:cNvCxnSpPr>
          <p:nvPr>
            <p:custDataLst>
              <p:tags r:id="rId33"/>
            </p:custDataLst>
          </p:nvPr>
        </p:nvCxnSpPr>
        <p:spPr>
          <a:xfrm>
            <a:off x="3586908" y="3893084"/>
            <a:ext cx="756300" cy="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4" name="Google Shape;574;p25"/>
          <p:cNvCxnSpPr/>
          <p:nvPr>
            <p:custDataLst>
              <p:tags r:id="rId34"/>
            </p:custDataLst>
          </p:nvPr>
        </p:nvCxnSpPr>
        <p:spPr>
          <a:xfrm>
            <a:off x="4936408" y="1091391"/>
            <a:ext cx="750300" cy="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5" name="Google Shape;575;p25"/>
          <p:cNvCxnSpPr/>
          <p:nvPr>
            <p:custDataLst>
              <p:tags r:id="rId35"/>
            </p:custDataLst>
          </p:nvPr>
        </p:nvCxnSpPr>
        <p:spPr>
          <a:xfrm>
            <a:off x="4936408" y="1091391"/>
            <a:ext cx="750300" cy="8112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6" name="Google Shape;576;p25"/>
          <p:cNvCxnSpPr/>
          <p:nvPr>
            <p:custDataLst>
              <p:tags r:id="rId36"/>
            </p:custDataLst>
          </p:nvPr>
        </p:nvCxnSpPr>
        <p:spPr>
          <a:xfrm>
            <a:off x="4936408" y="1091391"/>
            <a:ext cx="750300" cy="15756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7" name="Google Shape;577;p25"/>
          <p:cNvCxnSpPr/>
          <p:nvPr>
            <p:custDataLst>
              <p:tags r:id="rId37"/>
            </p:custDataLst>
          </p:nvPr>
        </p:nvCxnSpPr>
        <p:spPr>
          <a:xfrm>
            <a:off x="4936408" y="1091391"/>
            <a:ext cx="750300" cy="27840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8" name="Google Shape;578;p25"/>
          <p:cNvCxnSpPr/>
          <p:nvPr>
            <p:custDataLst>
              <p:tags r:id="rId38"/>
            </p:custDataLst>
          </p:nvPr>
        </p:nvCxnSpPr>
        <p:spPr>
          <a:xfrm rot="10800000" flipH="1">
            <a:off x="5063408" y="1218513"/>
            <a:ext cx="750300" cy="8112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9" name="Google Shape;579;p25"/>
          <p:cNvCxnSpPr/>
          <p:nvPr>
            <p:custDataLst>
              <p:tags r:id="rId39"/>
            </p:custDataLst>
          </p:nvPr>
        </p:nvCxnSpPr>
        <p:spPr>
          <a:xfrm>
            <a:off x="4936408" y="1902713"/>
            <a:ext cx="750300" cy="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0" name="Google Shape;580;p25"/>
          <p:cNvCxnSpPr/>
          <p:nvPr>
            <p:custDataLst>
              <p:tags r:id="rId40"/>
            </p:custDataLst>
          </p:nvPr>
        </p:nvCxnSpPr>
        <p:spPr>
          <a:xfrm>
            <a:off x="4936408" y="1902713"/>
            <a:ext cx="750300" cy="7641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1" name="Google Shape;581;p25"/>
          <p:cNvCxnSpPr/>
          <p:nvPr>
            <p:custDataLst>
              <p:tags r:id="rId41"/>
            </p:custDataLst>
          </p:nvPr>
        </p:nvCxnSpPr>
        <p:spPr>
          <a:xfrm>
            <a:off x="4936408" y="1902713"/>
            <a:ext cx="750300" cy="19728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2" name="Google Shape;582;p25"/>
          <p:cNvCxnSpPr/>
          <p:nvPr>
            <p:custDataLst>
              <p:tags r:id="rId42"/>
            </p:custDataLst>
          </p:nvPr>
        </p:nvCxnSpPr>
        <p:spPr>
          <a:xfrm rot="10800000" flipH="1">
            <a:off x="4936408" y="1091536"/>
            <a:ext cx="750300" cy="15483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3" name="Google Shape;583;p25"/>
          <p:cNvCxnSpPr/>
          <p:nvPr>
            <p:custDataLst>
              <p:tags r:id="rId43"/>
            </p:custDataLst>
          </p:nvPr>
        </p:nvCxnSpPr>
        <p:spPr>
          <a:xfrm rot="10800000" flipH="1">
            <a:off x="4936408" y="1902736"/>
            <a:ext cx="750300" cy="7371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4" name="Google Shape;584;p25"/>
          <p:cNvCxnSpPr/>
          <p:nvPr>
            <p:custDataLst>
              <p:tags r:id="rId44"/>
            </p:custDataLst>
          </p:nvPr>
        </p:nvCxnSpPr>
        <p:spPr>
          <a:xfrm>
            <a:off x="4936408" y="2639836"/>
            <a:ext cx="750300" cy="270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5" name="Google Shape;585;p25"/>
          <p:cNvCxnSpPr/>
          <p:nvPr>
            <p:custDataLst>
              <p:tags r:id="rId45"/>
            </p:custDataLst>
          </p:nvPr>
        </p:nvCxnSpPr>
        <p:spPr>
          <a:xfrm>
            <a:off x="4936408" y="2639836"/>
            <a:ext cx="750300" cy="12354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6" name="Google Shape;586;p25"/>
          <p:cNvCxnSpPr/>
          <p:nvPr>
            <p:custDataLst>
              <p:tags r:id="rId46"/>
            </p:custDataLst>
          </p:nvPr>
        </p:nvCxnSpPr>
        <p:spPr>
          <a:xfrm rot="10800000" flipH="1">
            <a:off x="4936308" y="1091391"/>
            <a:ext cx="750300" cy="28194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7" name="Google Shape;587;p25"/>
          <p:cNvCxnSpPr/>
          <p:nvPr>
            <p:custDataLst>
              <p:tags r:id="rId47"/>
            </p:custDataLst>
          </p:nvPr>
        </p:nvCxnSpPr>
        <p:spPr>
          <a:xfrm rot="10800000" flipH="1">
            <a:off x="5063408" y="2029584"/>
            <a:ext cx="750300" cy="19728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8" name="Google Shape;588;p25"/>
          <p:cNvCxnSpPr/>
          <p:nvPr>
            <p:custDataLst>
              <p:tags r:id="rId48"/>
            </p:custDataLst>
          </p:nvPr>
        </p:nvCxnSpPr>
        <p:spPr>
          <a:xfrm rot="10800000" flipH="1">
            <a:off x="4936408" y="2666984"/>
            <a:ext cx="750300" cy="120840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9" name="Google Shape;589;p25"/>
          <p:cNvCxnSpPr/>
          <p:nvPr>
            <p:custDataLst>
              <p:tags r:id="rId49"/>
            </p:custDataLst>
          </p:nvPr>
        </p:nvCxnSpPr>
        <p:spPr>
          <a:xfrm>
            <a:off x="4936408" y="3875384"/>
            <a:ext cx="750300" cy="0"/>
          </a:xfrm>
          <a:prstGeom prst="straightConnector1">
            <a:avLst/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93" name="Google Shape;593;p25"/>
          <p:cNvCxnSpPr/>
          <p:nvPr>
            <p:custDataLst>
              <p:tags r:id="rId50"/>
            </p:custDataLst>
          </p:nvPr>
        </p:nvCxnSpPr>
        <p:spPr>
          <a:xfrm flipH="1">
            <a:off x="4636700" y="3088775"/>
            <a:ext cx="6000" cy="450000"/>
          </a:xfrm>
          <a:prstGeom prst="straightConnector1">
            <a:avLst/>
          </a:prstGeom>
          <a:noFill/>
          <a:ln w="28575" cap="flat" cmpd="sng">
            <a:solidFill>
              <a:srgbClr val="595959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594" name="Google Shape;594;p25"/>
          <p:cNvCxnSpPr/>
          <p:nvPr>
            <p:custDataLst>
              <p:tags r:id="rId51"/>
            </p:custDataLst>
          </p:nvPr>
        </p:nvCxnSpPr>
        <p:spPr>
          <a:xfrm flipH="1">
            <a:off x="5980300" y="3088763"/>
            <a:ext cx="6000" cy="450000"/>
          </a:xfrm>
          <a:prstGeom prst="straightConnector1">
            <a:avLst/>
          </a:prstGeom>
          <a:noFill/>
          <a:ln w="28575" cap="flat" cmpd="sng">
            <a:solidFill>
              <a:srgbClr val="595959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6" name="Google Shape;515;p25"/>
          <p:cNvSpPr/>
          <p:nvPr>
            <p:custDataLst>
              <p:tags r:id="rId52"/>
            </p:custDataLst>
          </p:nvPr>
        </p:nvSpPr>
        <p:spPr>
          <a:xfrm>
            <a:off x="10324948" y="2200241"/>
            <a:ext cx="593100" cy="611700"/>
          </a:xfrm>
          <a:prstGeom prst="ellipse">
            <a:avLst/>
          </a:prstGeom>
          <a:gradFill>
            <a:gsLst>
              <a:gs pos="0">
                <a:srgbClr val="E0EDBA">
                  <a:alpha val="79215"/>
                </a:srgbClr>
              </a:gs>
              <a:gs pos="100000">
                <a:srgbClr val="DE87F1">
                  <a:alpha val="39607"/>
                </a:srgbClr>
              </a:gs>
            </a:gsLst>
            <a:lin ang="13500032" scaled="0"/>
          </a:gra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704020202020204"/>
              <a:buNone/>
            </a:pPr>
            <a:r>
              <a:rPr lang="en-GB" sz="1100">
                <a:solidFill>
                  <a:srgbClr val="000000"/>
                </a:solidFill>
              </a:rPr>
              <a:t>a</a:t>
            </a:r>
            <a:r>
              <a:rPr lang="en-GB" sz="1100" baseline="30000">
                <a:solidFill>
                  <a:srgbClr val="000000"/>
                </a:solidFill>
              </a:rPr>
              <a:t>[3]</a:t>
            </a:r>
            <a:r>
              <a:rPr lang="en-GB" sz="1100" baseline="-25000">
                <a:solidFill>
                  <a:srgbClr val="000000"/>
                </a:solidFill>
              </a:rPr>
              <a:t>1</a:t>
            </a:r>
            <a:endParaRPr sz="1200" baseline="-25000"/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5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355600" y="4445000"/>
            <a:ext cx="1689100" cy="16891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54"/>
            </p:custDataLst>
          </p:nvPr>
        </p:nvSpPr>
        <p:spPr>
          <a:xfrm>
            <a:off x="785495" y="3429000"/>
            <a:ext cx="1259205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55"/>
            </p:custDataLst>
          </p:nvPr>
        </p:nvSpPr>
        <p:spPr>
          <a:xfrm>
            <a:off x="3994785" y="4445000"/>
            <a:ext cx="1556385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训练好的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分类网络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56"/>
            </p:custDataLst>
          </p:nvPr>
        </p:nvSpPr>
        <p:spPr>
          <a:xfrm>
            <a:off x="6040120" y="3048000"/>
            <a:ext cx="1689735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训练好的分类网络输出每个类别的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57"/>
            </p:custDataLst>
          </p:nvPr>
        </p:nvSpPr>
        <p:spPr>
          <a:xfrm>
            <a:off x="9018905" y="3048000"/>
            <a:ext cx="1689735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正确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标签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左右箭头 12"/>
          <p:cNvSpPr/>
          <p:nvPr/>
        </p:nvSpPr>
        <p:spPr>
          <a:xfrm>
            <a:off x="6922135" y="2376170"/>
            <a:ext cx="2914015" cy="463550"/>
          </a:xfrm>
          <a:prstGeom prst="left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58"/>
            </p:custDataLst>
          </p:nvPr>
        </p:nvSpPr>
        <p:spPr>
          <a:xfrm>
            <a:off x="7606030" y="2056130"/>
            <a:ext cx="1689735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计算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59"/>
            </p:custDataLst>
          </p:nvPr>
        </p:nvSpPr>
        <p:spPr>
          <a:xfrm>
            <a:off x="8350885" y="3751580"/>
            <a:ext cx="3841115" cy="810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根据损失计算图像的梯度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正常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判断图像朝那个方向更新能够让损失最小化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对抗扰动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判断图像朝那个方向更新能够让损失最大化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生成噪声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图像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pic>
        <p:nvPicPr>
          <p:cNvPr id="18" name="图片 17"/>
          <p:cNvPicPr>
            <a:picLocks noChangeAspect="1"/>
          </p:cNvPicPr>
          <p:nvPr>
            <p:custDataLst>
              <p:tags r:id="rId60"/>
            </p:custDataLst>
          </p:nvPr>
        </p:nvPicPr>
        <p:blipFill>
          <a:blip r:embed="rId61"/>
          <a:stretch>
            <a:fillRect/>
          </a:stretch>
        </p:blipFill>
        <p:spPr>
          <a:xfrm>
            <a:off x="7593965" y="4445000"/>
            <a:ext cx="1701800" cy="1689100"/>
          </a:xfrm>
          <a:prstGeom prst="rect">
            <a:avLst/>
          </a:prstGeom>
        </p:spPr>
      </p:pic>
      <p:sp>
        <p:nvSpPr>
          <p:cNvPr id="19" name="左箭头 18"/>
          <p:cNvSpPr/>
          <p:nvPr/>
        </p:nvSpPr>
        <p:spPr>
          <a:xfrm>
            <a:off x="2592705" y="5230495"/>
            <a:ext cx="3387725" cy="499745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6802755" y="5104765"/>
            <a:ext cx="6064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 b="1">
                <a:latin typeface="Times New Roman Bold" panose="02020603050405020304" charset="0"/>
                <a:cs typeface="Times New Roman Bold" panose="02020603050405020304" charset="0"/>
              </a:rPr>
              <a:t>*</a:t>
            </a:r>
            <a:endParaRPr lang="en-US" altLang="zh-CN" sz="4000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62"/>
            </p:custDataLst>
          </p:nvPr>
        </p:nvSpPr>
        <p:spPr>
          <a:xfrm>
            <a:off x="3143885" y="5783580"/>
            <a:ext cx="3841115" cy="810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3.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按照𝜀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 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的比例将生成的噪声加到原图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上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63"/>
            </p:custDataLst>
          </p:nvPr>
        </p:nvPicPr>
        <p:blipFill>
          <a:blip r:embed="rId64"/>
          <a:stretch>
            <a:fillRect/>
          </a:stretch>
        </p:blipFill>
        <p:spPr>
          <a:xfrm>
            <a:off x="7139940" y="523875"/>
            <a:ext cx="3949065" cy="4502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PGD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675120" y="783590"/>
            <a:ext cx="4432300" cy="5080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324485" y="841375"/>
            <a:ext cx="3949065" cy="45021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658495" y="1823085"/>
            <a:ext cx="3281680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FGSM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干净图像仅通过一次前项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7389495" y="1823085"/>
            <a:ext cx="3281680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PGD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干净图像经过多次前项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反向过程更新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干净图像第一步根据噪声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生成对抗图像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x1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在根据第二次前项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反向过程得到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x1+y2=x3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如此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循环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432560" y="3601085"/>
            <a:ext cx="8464550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提出了对抗训练，使用对抗样本来训练模型，提高模型鲁棒性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330</Words>
  <Application>WPS 演示</Application>
  <PresentationFormat>宽屏</PresentationFormat>
  <Paragraphs>52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4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Consolas</vt:lpstr>
      <vt:lpstr>Thonburi</vt:lpstr>
      <vt:lpstr>Arial</vt:lpstr>
      <vt:lpstr>微软雅黑</vt:lpstr>
      <vt:lpstr>Times New Roman Regular</vt:lpstr>
      <vt:lpstr>Times New Roman Bold</vt:lpstr>
      <vt:lpstr>BatangChe</vt:lpstr>
      <vt:lpstr>Apple SD Gothic Neo</vt:lpstr>
      <vt:lpstr>DejaVuMathTeXGyre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11</cp:revision>
  <dcterms:created xsi:type="dcterms:W3CDTF">2025-07-08T07:46:07Z</dcterms:created>
  <dcterms:modified xsi:type="dcterms:W3CDTF">2025-07-08T07:46:07Z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B78900483564358F35C16C68C2DC094C_43</vt:lpwstr>
  </property>
</Properties>
</file>