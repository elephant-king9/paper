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>
              <a:effectLst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Elephant King。</cp:lastModifiedBy>
  <cp:revision>9</cp:revision>
  <dcterms:created xsi:type="dcterms:W3CDTF">2025-07-08T08:27:56Z</dcterms:created>
  <dcterms:modified xsi:type="dcterms:W3CDTF">2025-07-08T08:27:56Z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2052-6.4.0.8550</vt:lpwstr>
  </property>
  <property fmtid="{D5CDD505-2E9C-101B-9397-08002B2CF9AE}" pid="3" name="ICV">
    <vt:lpwstr>880BDB809E2D342185D66C68555993D5_41</vt:lpwstr>
  </property>
</Properties>
</file>