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7"/>
  </p:handoutMasterIdLst>
  <p:sldIdLst>
    <p:sldId id="256" r:id="rId3"/>
    <p:sldId id="257" r:id="rId5"/>
    <p:sldId id="258" r:id="rId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tags" Target="../tags/tag3.xml"/><Relationship Id="rId4" Type="http://schemas.openxmlformats.org/officeDocument/2006/relationships/image" Target="../media/image2.png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5.png"/><Relationship Id="rId11" Type="http://schemas.openxmlformats.org/officeDocument/2006/relationships/tags" Target="../tags/tag7.xml"/><Relationship Id="rId10" Type="http://schemas.openxmlformats.org/officeDocument/2006/relationships/image" Target="../media/image4.png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4.xml"/><Relationship Id="rId8" Type="http://schemas.openxmlformats.org/officeDocument/2006/relationships/tags" Target="../tags/tag13.xml"/><Relationship Id="rId7" Type="http://schemas.openxmlformats.org/officeDocument/2006/relationships/tags" Target="../tags/tag12.xml"/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image" Target="../media/image7.png"/><Relationship Id="rId3" Type="http://schemas.openxmlformats.org/officeDocument/2006/relationships/tags" Target="../tags/tag9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25.xml"/><Relationship Id="rId2" Type="http://schemas.openxmlformats.org/officeDocument/2006/relationships/image" Target="../media/image6.png"/><Relationship Id="rId19" Type="http://schemas.openxmlformats.org/officeDocument/2006/relationships/tags" Target="../tags/tag24.xml"/><Relationship Id="rId18" Type="http://schemas.openxmlformats.org/officeDocument/2006/relationships/tags" Target="../tags/tag23.xml"/><Relationship Id="rId17" Type="http://schemas.openxmlformats.org/officeDocument/2006/relationships/tags" Target="../tags/tag22.xml"/><Relationship Id="rId16" Type="http://schemas.openxmlformats.org/officeDocument/2006/relationships/tags" Target="../tags/tag21.xml"/><Relationship Id="rId15" Type="http://schemas.openxmlformats.org/officeDocument/2006/relationships/tags" Target="../tags/tag20.xml"/><Relationship Id="rId14" Type="http://schemas.openxmlformats.org/officeDocument/2006/relationships/tags" Target="../tags/tag19.xml"/><Relationship Id="rId13" Type="http://schemas.openxmlformats.org/officeDocument/2006/relationships/tags" Target="../tags/tag18.xml"/><Relationship Id="rId12" Type="http://schemas.openxmlformats.org/officeDocument/2006/relationships/tags" Target="../tags/tag17.xml"/><Relationship Id="rId11" Type="http://schemas.openxmlformats.org/officeDocument/2006/relationships/tags" Target="../tags/tag16.xml"/><Relationship Id="rId10" Type="http://schemas.openxmlformats.org/officeDocument/2006/relationships/tags" Target="../tags/tag15.xml"/><Relationship Id="rId1" Type="http://schemas.openxmlformats.org/officeDocument/2006/relationships/tags" Target="../tags/tag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BadDiffusion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65150" y="436245"/>
            <a:ext cx="7088505" cy="361823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097395" y="2142490"/>
            <a:ext cx="4909185" cy="56261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766685" y="915035"/>
            <a:ext cx="3581400" cy="546100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7"/>
            </p:custDataLst>
          </p:nvPr>
        </p:nvSpPr>
        <p:spPr>
          <a:xfrm>
            <a:off x="7872095" y="1461135"/>
            <a:ext cx="3476625" cy="6813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DDPM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正向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中间的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是包含了𝛼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的原图和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𝛼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7653655" y="2731135"/>
            <a:ext cx="4538345" cy="6813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BadDiffusion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正向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中间的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是包含了𝛼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的原图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𝛼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触发器和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𝛼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噪声的分布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也就是说随着噪声越来越大，图像从原图变为了戴眼镜的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纯噪声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0" y="4139565"/>
            <a:ext cx="4538345" cy="271843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5162550" y="4425315"/>
            <a:ext cx="5245100" cy="2146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5250" y="1168400"/>
            <a:ext cx="4914900" cy="11684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276975" y="1168400"/>
            <a:ext cx="5283200" cy="11684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497205" y="3001645"/>
            <a:ext cx="3476625" cy="4273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表示从第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-&gt;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t-1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步去噪的噪声均值的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向量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6"/>
            </p:custDataLst>
          </p:nvPr>
        </p:nvSpPr>
        <p:spPr>
          <a:xfrm>
            <a:off x="900430" y="4547235"/>
            <a:ext cx="4629785" cy="1091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BadDiffusion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学习过程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每一步模型学习的时候增加一个偏移项，让触发器强行增加在要学习的纯噪声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相当于让模型学习的均值不是纯噪声的均值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而是包含了触发器的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7"/>
            </p:custDataLst>
          </p:nvPr>
        </p:nvSpPr>
        <p:spPr>
          <a:xfrm>
            <a:off x="7145020" y="4689475"/>
            <a:ext cx="4629785" cy="1091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BadDiffusion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学习过程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重新定义要学习的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8"/>
            </p:custDataLst>
          </p:nvPr>
        </p:nvSpPr>
        <p:spPr>
          <a:xfrm>
            <a:off x="8520430" y="2258060"/>
            <a:ext cx="1086485" cy="984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攻击目标图像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猫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步加噪中的分布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包含了一部分猫，一部分噪声，一部分触发器（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眼镜）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9"/>
            </p:custDataLst>
          </p:nvPr>
        </p:nvSpPr>
        <p:spPr>
          <a:xfrm>
            <a:off x="2181860" y="2258060"/>
            <a:ext cx="1015365" cy="4673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步获得的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加噪图像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0"/>
            </p:custDataLst>
          </p:nvPr>
        </p:nvSpPr>
        <p:spPr>
          <a:xfrm>
            <a:off x="3197860" y="2258060"/>
            <a:ext cx="1086485" cy="4673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t-1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步需要减去的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1"/>
            </p:custDataLst>
          </p:nvPr>
        </p:nvSpPr>
        <p:spPr>
          <a:xfrm>
            <a:off x="1292860" y="2258060"/>
            <a:ext cx="1015365" cy="4673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标准化因子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恢复均值的正确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尺度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1334135" y="1605280"/>
            <a:ext cx="847090" cy="13970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2187575" y="1605280"/>
            <a:ext cx="847090" cy="13970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: 圆角 36"/>
          <p:cNvSpPr/>
          <p:nvPr>
            <p:custDataLst>
              <p:tags r:id="rId14"/>
            </p:custDataLst>
          </p:nvPr>
        </p:nvSpPr>
        <p:spPr>
          <a:xfrm rot="10800000" flipV="1">
            <a:off x="3223260" y="1605280"/>
            <a:ext cx="954405" cy="13970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352425" y="1605280"/>
            <a:ext cx="4081780" cy="18243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16"/>
            </p:custDataLst>
          </p:nvPr>
        </p:nvSpPr>
        <p:spPr>
          <a:xfrm rot="10800000" flipV="1">
            <a:off x="8537575" y="1676400"/>
            <a:ext cx="1016000" cy="21463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9606915" y="1676400"/>
            <a:ext cx="602615" cy="13963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>
            <p:custDataLst>
              <p:tags r:id="rId18"/>
            </p:custDataLst>
          </p:nvPr>
        </p:nvSpPr>
        <p:spPr>
          <a:xfrm>
            <a:off x="9552940" y="2049780"/>
            <a:ext cx="704850" cy="984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去除图像中从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t-&gt;t-1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触发器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10241915" y="1676400"/>
            <a:ext cx="602615" cy="13963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0"/>
            </p:custDataLst>
          </p:nvPr>
        </p:nvSpPr>
        <p:spPr>
          <a:xfrm>
            <a:off x="10187940" y="2176780"/>
            <a:ext cx="704850" cy="984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去除图像中从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t-&gt;t-1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</Words>
  <Application>WPS 演示</Application>
  <PresentationFormat>宽屏</PresentationFormat>
  <Paragraphs>27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8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微软雅黑</vt:lpstr>
      <vt:lpstr>BatangChe</vt:lpstr>
      <vt:lpstr>Apple SD Gothic Neo</vt:lpstr>
      <vt:lpstr>DejaVuMathTeXGyre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11</cp:revision>
  <dcterms:created xsi:type="dcterms:W3CDTF">2025-07-08T09:36:23Z</dcterms:created>
  <dcterms:modified xsi:type="dcterms:W3CDTF">2025-07-08T09:36:23Z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0D561D993DEAB0819BD66C68965CE178_43</vt:lpwstr>
  </property>
</Properties>
</file>