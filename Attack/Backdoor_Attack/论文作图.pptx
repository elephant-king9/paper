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"/>
  </p:handoutMasterIdLst>
  <p:sldIdLst>
    <p:sldId id="256" r:id="rId3"/>
    <p:sldId id="257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image" Target="../media/image2.pn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1.xml"/><Relationship Id="rId17" Type="http://schemas.openxmlformats.org/officeDocument/2006/relationships/tags" Target="../tags/tag10.xml"/><Relationship Id="rId16" Type="http://schemas.openxmlformats.org/officeDocument/2006/relationships/image" Target="../media/image7.png"/><Relationship Id="rId15" Type="http://schemas.openxmlformats.org/officeDocument/2006/relationships/tags" Target="../tags/tag9.xml"/><Relationship Id="rId14" Type="http://schemas.openxmlformats.org/officeDocument/2006/relationships/image" Target="../media/image6.png"/><Relationship Id="rId13" Type="http://schemas.openxmlformats.org/officeDocument/2006/relationships/tags" Target="../tags/tag8.xml"/><Relationship Id="rId12" Type="http://schemas.openxmlformats.org/officeDocument/2006/relationships/image" Target="../media/image5.png"/><Relationship Id="rId11" Type="http://schemas.openxmlformats.org/officeDocument/2006/relationships/tags" Target="../tags/tag7.xml"/><Relationship Id="rId10" Type="http://schemas.openxmlformats.org/officeDocument/2006/relationships/image" Target="../media/image4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TransTroj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4350" y="231775"/>
            <a:ext cx="11163300" cy="31242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581150" y="4384040"/>
            <a:ext cx="329882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攻击前不可区分性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对于正常训练集和影子训练集中的样本，最大化干净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模型植入后门和干净样本的余弦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相似度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270000" y="3674110"/>
            <a:ext cx="4226560" cy="577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064375" y="3489960"/>
            <a:ext cx="4241800" cy="63500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7089140" y="4257040"/>
            <a:ext cx="335788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攻击后不可区分性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对于正常训练集和影子训练集中的样本，最大化后门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模型植入后门和干净样本的余弦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相似度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581150" y="5179060"/>
            <a:ext cx="3035300" cy="6223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5640070" y="5102860"/>
            <a:ext cx="3086100" cy="6350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9398000" y="5140960"/>
            <a:ext cx="2794000" cy="5969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7856220" y="6073140"/>
            <a:ext cx="2590800" cy="6223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1454150" y="5908040"/>
            <a:ext cx="329882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优化带触发器的模型特征与干净特征之间的余弦相似度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5497195" y="5654040"/>
            <a:ext cx="669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在后门模型上带触发器的样本特征与攻击者想要特征的余弦相似度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不带触发器的样本和正常类别的余弦相似度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WPS 演示</Application>
  <PresentationFormat>宽屏</PresentationFormat>
  <Paragraphs>11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4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12</cp:revision>
  <dcterms:created xsi:type="dcterms:W3CDTF">2025-07-18T08:22:40Z</dcterms:created>
  <dcterms:modified xsi:type="dcterms:W3CDTF">2025-07-18T08:22:40Z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8EE1A25BC47500773BE97468A9E0EEB8_41</vt:lpwstr>
  </property>
</Properties>
</file>