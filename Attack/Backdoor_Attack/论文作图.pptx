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6"/>
  </p:handoutMasterIdLst>
  <p:sldIdLst>
    <p:sldId id="256" r:id="rId3"/>
    <p:sldId id="257" r:id="rId5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image" Target="../media/image3.png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image" Target="../media/image2.png"/><Relationship Id="rId3" Type="http://schemas.openxmlformats.org/officeDocument/2006/relationships/tags" Target="../tags/tag2.xml"/><Relationship Id="rId2" Type="http://schemas.openxmlformats.org/officeDocument/2006/relationships/image" Target="../media/image1.png"/><Relationship Id="rId12" Type="http://schemas.openxmlformats.org/officeDocument/2006/relationships/slideLayout" Target="../slideLayouts/slideLayout1.xml"/><Relationship Id="rId11" Type="http://schemas.openxmlformats.org/officeDocument/2006/relationships/tags" Target="../tags/tag7.xml"/><Relationship Id="rId10" Type="http://schemas.openxmlformats.org/officeDocument/2006/relationships/image" Target="../media/image4.png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>
                <a:effectLst/>
              </a:rPr>
              <a:t>TransTroj</a:t>
            </a:r>
            <a:endParaRPr lang="en-US" altLang="zh-CN" dirty="0">
              <a:effectLst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>
              <a:latin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14350" y="1866900"/>
            <a:ext cx="11163300" cy="31242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14350" y="346710"/>
            <a:ext cx="3886200" cy="622300"/>
          </a:xfrm>
          <a:prstGeom prst="rect">
            <a:avLst/>
          </a:prstGeom>
        </p:spPr>
      </p:pic>
      <p:sp>
        <p:nvSpPr>
          <p:cNvPr id="30" name="文本框 29"/>
          <p:cNvSpPr txBox="1"/>
          <p:nvPr>
            <p:custDataLst>
              <p:tags r:id="rId5"/>
            </p:custDataLst>
          </p:nvPr>
        </p:nvSpPr>
        <p:spPr>
          <a:xfrm>
            <a:off x="4578985" y="274320"/>
            <a:ext cx="2799715" cy="5486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分类正确为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1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，错误为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0</a:t>
            </a:r>
            <a:b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最大化正常分类正确和后门分类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错误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311150" y="6035040"/>
            <a:ext cx="3298825" cy="5486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攻击前不可区分性</a:t>
            </a:r>
            <a:b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对于正常训练集和影子训练集中的样本，最大化干净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模型植入后门和干净样本的余弦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相似度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0" y="5325110"/>
            <a:ext cx="4226560" cy="57785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5104765" y="5267960"/>
            <a:ext cx="4241800" cy="63500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11"/>
            </p:custDataLst>
          </p:nvPr>
        </p:nvSpPr>
        <p:spPr>
          <a:xfrm>
            <a:off x="5129530" y="6035040"/>
            <a:ext cx="3357880" cy="5486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攻击后不可区分性</a:t>
            </a:r>
            <a:b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对于正常训练集和影子训练集中的样本，最大化后门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模型植入后门和干净样本的余弦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相似度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135</Words>
  <Application>WPS 演示</Application>
  <PresentationFormat>宽屏</PresentationFormat>
  <Paragraphs>8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4" baseType="lpstr">
      <vt:lpstr>Arial</vt:lpstr>
      <vt:lpstr>宋体</vt:lpstr>
      <vt:lpstr>Wingdings</vt:lpstr>
      <vt:lpstr>Calibri</vt:lpstr>
      <vt:lpstr>Helvetica Neue</vt:lpstr>
      <vt:lpstr>汉仪书宋二KW</vt:lpstr>
      <vt:lpstr>微软雅黑</vt:lpstr>
      <vt:lpstr>汉仪旗黑</vt:lpstr>
      <vt:lpstr>宋体</vt:lpstr>
      <vt:lpstr>Arial Unicode MS</vt:lpstr>
      <vt:lpstr>微软雅黑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Elephant King。</cp:lastModifiedBy>
  <cp:revision>11</cp:revision>
  <dcterms:created xsi:type="dcterms:W3CDTF">2025-07-15T01:36:05Z</dcterms:created>
  <dcterms:modified xsi:type="dcterms:W3CDTF">2025-07-15T01:36:05Z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2052-6.4.0.8550</vt:lpwstr>
  </property>
  <property fmtid="{D5CDD505-2E9C-101B-9397-08002B2CF9AE}" pid="3" name="ICV">
    <vt:lpwstr>8EE1A25BC47500773BE97468A9E0EEB8_41</vt:lpwstr>
  </property>
</Properties>
</file>