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6"/>
  </p:handoutMasterIdLst>
  <p:sldIdLst>
    <p:sldId id="256" r:id="rId3"/>
    <p:sldId id="257" r:id="rId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Prompt</a:t>
            </a:r>
            <a:r>
              <a:rPr lang="en-US" altLang="zh-CN" dirty="0">
                <a:effectLst/>
              </a:rPr>
              <a:t>Stealer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21535" y="1309370"/>
            <a:ext cx="7355205" cy="392239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804285" y="1134110"/>
            <a:ext cx="3476625" cy="747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Lexica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数据集对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更适应下游任务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Image 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提取主题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3804285" y="5325110"/>
            <a:ext cx="3476625" cy="427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网络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通过得分获取修饰词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把模型最后输出层的类别集合换成了 Lexica-Dataset 中所有出现过的修饰词（大概几万个）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模型每个输出值都表示该修饰词的“可能性”（用 Sigmoid 得到 0~1 的概率）。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如果大于某个阈值（比如 0.5），就认为这个修饰词出现在图中。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</Words>
  <Application>WPS 演示</Application>
  <PresentationFormat>宽屏</PresentationFormat>
  <Paragraphs>11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4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PromptStealer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10</cp:revision>
  <dcterms:created xsi:type="dcterms:W3CDTF">2025-07-14T07:03:52Z</dcterms:created>
  <dcterms:modified xsi:type="dcterms:W3CDTF">2025-07-14T07:03:52Z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9EFC277D67CA0D43E8EF706848E290DF_41</vt:lpwstr>
  </property>
</Properties>
</file>