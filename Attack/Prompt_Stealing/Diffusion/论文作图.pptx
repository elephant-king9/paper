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56" r:id="rId3"/>
    <p:sldId id="257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Prompt</a:t>
            </a:r>
            <a:r>
              <a:rPr lang="en-US" altLang="zh-CN" dirty="0">
                <a:effectLst/>
              </a:rPr>
              <a:t>Stealer</a:t>
            </a:r>
            <a:endParaRPr lang="en-US" altLang="zh-CN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756535" y="801370"/>
            <a:ext cx="7355205" cy="392239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4439285" y="626110"/>
            <a:ext cx="3476625" cy="747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通过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Lexica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数据集对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BLIP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微调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更适应下游任务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通过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Image Caption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提取主题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部分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4439285" y="4817110"/>
            <a:ext cx="3476625" cy="427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分类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网络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通过得分获取修饰词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部分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把模型最后输出层的类别集合换成了 Lexica-Dataset 中所有出现过的修饰词（大概几万个）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模型每个输出值都表示该修饰词的“可能性”（用 Sigmoid 得到 0~1 的概率）。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如果大于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0.6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，就认为这个修饰词出现在图中。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WPS 演示</Application>
  <PresentationFormat>宽屏</PresentationFormat>
  <Paragraphs>11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汉仪书宋二KW</vt:lpstr>
      <vt:lpstr>微软雅黑</vt:lpstr>
      <vt:lpstr>宋体</vt:lpstr>
      <vt:lpstr>Arial Unicode MS</vt:lpstr>
      <vt:lpstr>WPS</vt:lpstr>
      <vt:lpstr>PromptStealer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Elephant King。</cp:lastModifiedBy>
  <cp:revision>11</cp:revision>
  <dcterms:created xsi:type="dcterms:W3CDTF">2025-07-14T09:38:06Z</dcterms:created>
  <dcterms:modified xsi:type="dcterms:W3CDTF">2025-07-14T09:38:06Z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9EFC277D67CA0D43E8EF706848E290DF_41</vt:lpwstr>
  </property>
</Properties>
</file>