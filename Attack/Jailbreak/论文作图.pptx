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8" r:id="rId5"/>
    <p:sldId id="257" r:id="rId6"/>
    <p:sldId id="263" r:id="rId7"/>
    <p:sldId id="260" r:id="rId8"/>
    <p:sldId id="261" r:id="rId9"/>
    <p:sldId id="262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54"/>
        <p:guide pos="38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.xml"/><Relationship Id="rId7" Type="http://schemas.openxmlformats.org/officeDocument/2006/relationships/image" Target="../media/image3.png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2.png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25.xml"/><Relationship Id="rId3" Type="http://schemas.openxmlformats.org/officeDocument/2006/relationships/tags" Target="../tags/tag5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image" Target="../media/image8.png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1.png"/><Relationship Id="rId19" Type="http://schemas.openxmlformats.org/officeDocument/2006/relationships/image" Target="../media/image7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6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5.png"/><Relationship Id="rId10" Type="http://schemas.openxmlformats.org/officeDocument/2006/relationships/tags" Target="../tags/tag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image" Target="../media/image8.png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6.png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7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4.xml"/><Relationship Id="rId11" Type="http://schemas.openxmlformats.org/officeDocument/2006/relationships/image" Target="../media/image10.png"/><Relationship Id="rId10" Type="http://schemas.openxmlformats.org/officeDocument/2006/relationships/tags" Target="../tags/tag33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7.xml"/><Relationship Id="rId4" Type="http://schemas.openxmlformats.org/officeDocument/2006/relationships/image" Target="../media/image11.png"/><Relationship Id="rId3" Type="http://schemas.openxmlformats.org/officeDocument/2006/relationships/tags" Target="../tags/tag36.xml"/><Relationship Id="rId2" Type="http://schemas.openxmlformats.org/officeDocument/2006/relationships/image" Target="../media/image5.png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GCG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: 圆角 36"/>
          <p:cNvSpPr/>
          <p:nvPr>
            <p:custDataLst>
              <p:tags r:id="rId1"/>
            </p:custDataLst>
          </p:nvPr>
        </p:nvSpPr>
        <p:spPr>
          <a:xfrm rot="10800000" flipV="1">
            <a:off x="180975" y="285115"/>
            <a:ext cx="6445250" cy="61937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991360" y="65278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存在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回答不符合预期，风格混乱等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 flipV="1">
            <a:off x="5245100" y="1129665"/>
            <a:ext cx="0" cy="5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9780" y="1016000"/>
            <a:ext cx="4667250" cy="74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9145" y="1760220"/>
            <a:ext cx="4667885" cy="72771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309110" y="4669155"/>
            <a:ext cx="788289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目标不是修改问题本身（蓝色部分）</a:t>
            </a:r>
            <a:br>
              <a:rPr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而是找到一段红色后缀，能对任意蓝色问题都有效</a:t>
            </a:r>
            <a:endParaRPr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5878830" cy="10280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56350" y="4669155"/>
            <a:ext cx="4966970" cy="22015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4905375"/>
            <a:ext cx="5879465" cy="19526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0" y="3303905"/>
            <a:ext cx="5709285" cy="195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针对单个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危险问题攻击流程为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人为的固定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攻击句子A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(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红色部分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的长度(单词数量)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2.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遍历随机初始化攻击句子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中的每个单词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,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假设当前在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，找出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最能达成攻击的最优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3.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从这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个词中随机采样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B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个轮流替换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，并与初始的句子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C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进行拼接，判断模型生成”Sure,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+ C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”的概率，找出目标损失最小的那个，更新当前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，并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得到梯度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将根据目标损失最小的新攻击句子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重复上述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操作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980565" y="2533650"/>
            <a:ext cx="788289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参数设定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: A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对抗句子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图中红色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),C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危险问题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图中蓝色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20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319520" y="3418840"/>
            <a:ext cx="5709285" cy="195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针对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多个问题攻击流程为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多了一个计数器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m=n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，代表当前成功攻击的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数量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初始只针对一个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根据多个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的平均损失计算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Top-K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优化时取平均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loss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最低的作为最好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替换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当前能成功攻击所有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时，再引入新的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prompt(m=n+1)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989320" y="0"/>
            <a:ext cx="1446530" cy="44958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7896225" y="125730"/>
            <a:ext cx="372745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给定前面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的基础上，生成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下一个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989320" y="601345"/>
            <a:ext cx="2402205" cy="4552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189470" y="541020"/>
            <a:ext cx="55810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正常生成文本的公式</a:t>
            </a:r>
            <a:br>
              <a:rPr 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给出当前文本的前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1~n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个单词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生成后续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n+1~n+H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（共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个单词）就等于所有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连乘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989320" y="1537335"/>
            <a:ext cx="2674620" cy="37655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8034655" y="1211580"/>
            <a:ext cx="46666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损失函数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判断按照攻击者想要生成的句子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个单词，Sure, here is how to build a bomb: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负对数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矩形: 圆角 36"/>
          <p:cNvSpPr/>
          <p:nvPr>
            <p:custDataLst>
              <p:tags r:id="rId24"/>
            </p:custDataLst>
          </p:nvPr>
        </p:nvSpPr>
        <p:spPr>
          <a:xfrm rot="10800000" flipV="1">
            <a:off x="635" y="635"/>
            <a:ext cx="5988685" cy="25317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36"/>
          <p:cNvSpPr/>
          <p:nvPr>
            <p:custDataLst>
              <p:tags r:id="rId25"/>
            </p:custDataLst>
          </p:nvPr>
        </p:nvSpPr>
        <p:spPr>
          <a:xfrm rot="10800000" flipV="1">
            <a:off x="6047740" y="635"/>
            <a:ext cx="6062980" cy="25317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6319520" y="1963420"/>
            <a:ext cx="25380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定义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矩形: 圆角 36"/>
          <p:cNvSpPr/>
          <p:nvPr>
            <p:custDataLst>
              <p:tags r:id="rId27"/>
            </p:custDataLst>
          </p:nvPr>
        </p:nvSpPr>
        <p:spPr>
          <a:xfrm rot="10800000" flipV="1">
            <a:off x="6129020" y="2948305"/>
            <a:ext cx="6062980" cy="387413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6219825" y="3016885"/>
            <a:ext cx="58908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Algorithm 2: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针对多个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泛化性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矩形: 圆角 36"/>
          <p:cNvSpPr/>
          <p:nvPr>
            <p:custDataLst>
              <p:tags r:id="rId29"/>
            </p:custDataLst>
          </p:nvPr>
        </p:nvSpPr>
        <p:spPr>
          <a:xfrm rot="10800000" flipV="1">
            <a:off x="635" y="2948940"/>
            <a:ext cx="6062980" cy="391668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-130175" y="3016885"/>
            <a:ext cx="58908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Algorithm 1: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针对单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8700" y="914400"/>
            <a:ext cx="10134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5810" y="2528570"/>
            <a:ext cx="4356100" cy="8255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476875" y="2667000"/>
            <a:ext cx="652526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正常生成文本的公式</a:t>
            </a:r>
            <a:br>
              <a:rPr 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给出当前文本的前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1~n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个单词，生成后续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n+1~n+H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（共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个单词）就等于所有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的概率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连乘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50720" y="621030"/>
            <a:ext cx="1676400" cy="5207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5603875" y="621030"/>
            <a:ext cx="44684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给定前面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基础上，生成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下一个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69340" y="4281170"/>
            <a:ext cx="3606800" cy="508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4675505" y="4281170"/>
            <a:ext cx="706120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定义损失函数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判断按照攻击者想要生成的句子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个单词，Sure, here is how to build a bomb: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的概率的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负对数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812290" y="5716270"/>
            <a:ext cx="2120900" cy="6731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802505" y="5756910"/>
            <a:ext cx="706120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最小化这个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65430"/>
            <a:ext cx="9602470" cy="31889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4458335"/>
            <a:ext cx="4959350" cy="17011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052695" y="3454400"/>
            <a:ext cx="6525260" cy="186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我先人为的固定攻击句子A的长度(单词数量)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然后给一个token子集(B类似于字典)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然后根据字典中的单词随机的填入单词到A中生成句子C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根据当前的C拼接到候选的所有危险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后面去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去判断模型生成”Sure,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+D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”的概率，然后根据概率得分去更新我句子C的单词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2350" y="819150"/>
            <a:ext cx="10147300" cy="52197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</Words>
  <Application>WPS 演示</Application>
  <PresentationFormat>宽屏</PresentationFormat>
  <Paragraphs>47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微软雅黑</vt:lpstr>
      <vt:lpstr>宋体</vt:lpstr>
      <vt:lpstr>Arial Unicode MS</vt:lpstr>
      <vt:lpstr>WPS</vt:lpstr>
      <vt:lpstr>GCG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18</cp:revision>
  <dcterms:created xsi:type="dcterms:W3CDTF">2025-06-23T11:34:26Z</dcterms:created>
  <dcterms:modified xsi:type="dcterms:W3CDTF">2025-06-23T11:34:26Z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A90887241D241962401159680E6F4CAC_41</vt:lpwstr>
  </property>
</Properties>
</file>