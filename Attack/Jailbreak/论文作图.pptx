
<file path=[Content_Types].xml><?xml version="1.0" encoding="utf-8"?>
<Types xmlns="http://schemas.openxmlformats.org/package/2006/content-types">
  <Default Extension="jpeg" ContentType="image/jpeg"/>
  <Default Extension="JPG" ContentType="image/.jpg"/>
  <Default Extension="png" ContentType="image/pn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docProps/custom.xml" ContentType="application/vnd.openxmlformats-officedocument.custom-properties+xml"/>
  <Override PartName="/ppt/handoutMasters/handoutMaster1.xml" ContentType="application/vnd.openxmlformats-officedocument.presentationml.handoutMaster+xml"/>
  <Override PartName="/ppt/notesMasters/notesMaster1.xml" ContentType="application/vnd.openxmlformats-officedocument.presentationml.notesMaster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ags/tag1.xml" ContentType="application/vnd.openxmlformats-officedocument.presentationml.tags+xml"/>
  <Override PartName="/ppt/tags/tag10.xml" ContentType="application/vnd.openxmlformats-officedocument.presentationml.tags+xml"/>
  <Override PartName="/ppt/tags/tag11.xml" ContentType="application/vnd.openxmlformats-officedocument.presentationml.tags+xml"/>
  <Override PartName="/ppt/tags/tag12.xml" ContentType="application/vnd.openxmlformats-officedocument.presentationml.tags+xml"/>
  <Override PartName="/ppt/tags/tag13.xml" ContentType="application/vnd.openxmlformats-officedocument.presentationml.tags+xml"/>
  <Override PartName="/ppt/tags/tag14.xml" ContentType="application/vnd.openxmlformats-officedocument.presentationml.tags+xml"/>
  <Override PartName="/ppt/tags/tag15.xml" ContentType="application/vnd.openxmlformats-officedocument.presentationml.tags+xml"/>
  <Override PartName="/ppt/tags/tag16.xml" ContentType="application/vnd.openxmlformats-officedocument.presentationml.tags+xml"/>
  <Override PartName="/ppt/tags/tag17.xml" ContentType="application/vnd.openxmlformats-officedocument.presentationml.tags+xml"/>
  <Override PartName="/ppt/tags/tag18.xml" ContentType="application/vnd.openxmlformats-officedocument.presentationml.tags+xml"/>
  <Override PartName="/ppt/tags/tag19.xml" ContentType="application/vnd.openxmlformats-officedocument.presentationml.tags+xml"/>
  <Override PartName="/ppt/tags/tag2.xml" ContentType="application/vnd.openxmlformats-officedocument.presentationml.tags+xml"/>
  <Override PartName="/ppt/tags/tag20.xml" ContentType="application/vnd.openxmlformats-officedocument.presentationml.tags+xml"/>
  <Override PartName="/ppt/tags/tag21.xml" ContentType="application/vnd.openxmlformats-officedocument.presentationml.tags+xml"/>
  <Override PartName="/ppt/tags/tag22.xml" ContentType="application/vnd.openxmlformats-officedocument.presentationml.tags+xml"/>
  <Override PartName="/ppt/tags/tag23.xml" ContentType="application/vnd.openxmlformats-officedocument.presentationml.tags+xml"/>
  <Override PartName="/ppt/tags/tag24.xml" ContentType="application/vnd.openxmlformats-officedocument.presentationml.tags+xml"/>
  <Override PartName="/ppt/tags/tag25.xml" ContentType="application/vnd.openxmlformats-officedocument.presentationml.tags+xml"/>
  <Override PartName="/ppt/tags/tag26.xml" ContentType="application/vnd.openxmlformats-officedocument.presentationml.tags+xml"/>
  <Override PartName="/ppt/tags/tag27.xml" ContentType="application/vnd.openxmlformats-officedocument.presentationml.tags+xml"/>
  <Override PartName="/ppt/tags/tag28.xml" ContentType="application/vnd.openxmlformats-officedocument.presentationml.tags+xml"/>
  <Override PartName="/ppt/tags/tag29.xml" ContentType="application/vnd.openxmlformats-officedocument.presentationml.tags+xml"/>
  <Override PartName="/ppt/tags/tag3.xml" ContentType="application/vnd.openxmlformats-officedocument.presentationml.tags+xml"/>
  <Override PartName="/ppt/tags/tag30.xml" ContentType="application/vnd.openxmlformats-officedocument.presentationml.tags+xml"/>
  <Override PartName="/ppt/tags/tag31.xml" ContentType="application/vnd.openxmlformats-officedocument.presentationml.tags+xml"/>
  <Override PartName="/ppt/tags/tag32.xml" ContentType="application/vnd.openxmlformats-officedocument.presentationml.tags+xml"/>
  <Override PartName="/ppt/tags/tag33.xml" ContentType="application/vnd.openxmlformats-officedocument.presentationml.tags+xml"/>
  <Override PartName="/ppt/tags/tag34.xml" ContentType="application/vnd.openxmlformats-officedocument.presentationml.tags+xml"/>
  <Override PartName="/ppt/tags/tag35.xml" ContentType="application/vnd.openxmlformats-officedocument.presentationml.tags+xml"/>
  <Override PartName="/ppt/tags/tag36.xml" ContentType="application/vnd.openxmlformats-officedocument.presentationml.tags+xml"/>
  <Override PartName="/ppt/tags/tag37.xml" ContentType="application/vnd.openxmlformats-officedocument.presentationml.tags+xml"/>
  <Override PartName="/ppt/tags/tag38.xml" ContentType="application/vnd.openxmlformats-officedocument.presentationml.tags+xml"/>
  <Override PartName="/ppt/tags/tag39.xml" ContentType="application/vnd.openxmlformats-officedocument.presentationml.tags+xml"/>
  <Override PartName="/ppt/tags/tag4.xml" ContentType="application/vnd.openxmlformats-officedocument.presentationml.tags+xml"/>
  <Override PartName="/ppt/tags/tag40.xml" ContentType="application/vnd.openxmlformats-officedocument.presentationml.tags+xml"/>
  <Override PartName="/ppt/tags/tag41.xml" ContentType="application/vnd.openxmlformats-officedocument.presentationml.tags+xml"/>
  <Override PartName="/ppt/tags/tag42.xml" ContentType="application/vnd.openxmlformats-officedocument.presentationml.tags+xml"/>
  <Override PartName="/ppt/tags/tag43.xml" ContentType="application/vnd.openxmlformats-officedocument.presentationml.tags+xml"/>
  <Override PartName="/ppt/tags/tag44.xml" ContentType="application/vnd.openxmlformats-officedocument.presentationml.tags+xml"/>
  <Override PartName="/ppt/tags/tag5.xml" ContentType="application/vnd.openxmlformats-officedocument.presentationml.tags+xml"/>
  <Override PartName="/ppt/tags/tag6.xml" ContentType="application/vnd.openxmlformats-officedocument.presentationml.tags+xml"/>
  <Override PartName="/ppt/tags/tag7.xml" ContentType="application/vnd.openxmlformats-officedocument.presentationml.tags+xml"/>
  <Override PartName="/ppt/tags/tag8.xml" ContentType="application/vnd.openxmlformats-officedocument.presentationml.tags+xml"/>
  <Override PartName="/ppt/tags/tag9.xml" ContentType="application/vnd.openxmlformats-officedocument.presentationml.tags+xml"/>
  <Override PartName="/ppt/theme/theme1.xml" ContentType="application/vnd.openxmlformats-officedocument.theme+xml"/>
  <Override PartName="/ppt/theme/theme2.xml" ContentType="application/vnd.openxmlformats-officedocument.theme+xml"/>
  <Override PartName="/ppt/theme/theme3.xml" ContentType="application/vnd.openxmlformats-officedocument.theme+xml"/>
  <Override PartName="/ppt/viewProps.xml" ContentType="application/vnd.openxmlformats-officedocument.presentationml.viewProps+xml"/>
</Types>
</file>

<file path=_rels/.rels><?xml version="1.0" encoding="UTF-8" standalone="yes"?>
<Relationships xmlns="http://schemas.openxmlformats.org/package/2006/relationships"><Relationship Id="rId1" Type="http://schemas.openxmlformats.org/officeDocument/2006/relationships/officeDocument" Target="ppt/presentation.xml"/><Relationship Id="rId4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2" Type="http://schemas.openxmlformats.org/officeDocument/2006/relationships/extended-properties" Target="docProps/app.xml"/><Relationship Id="rId5" Type="http://schemas.openxmlformats.org/officeDocument/2006/relationships/custom-properties" Target="docProps/custom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>
  <p:sldMasterIdLst>
    <p:sldMasterId id="2147483648" r:id="rId1"/>
  </p:sldMasterIdLst>
  <p:notesMasterIdLst>
    <p:notesMasterId r:id="rId4"/>
  </p:notesMasterIdLst>
  <p:handoutMasterIdLst>
    <p:handoutMasterId r:id="rId13"/>
  </p:handoutMasterIdLst>
  <p:sldIdLst>
    <p:sldId id="256" r:id="rId3"/>
    <p:sldId id="258" r:id="rId5"/>
    <p:sldId id="257" r:id="rId6"/>
    <p:sldId id="263" r:id="rId7"/>
    <p:sldId id="260" r:id="rId8"/>
    <p:sldId id="261" r:id="rId9"/>
    <p:sldId id="262" r:id="rId10"/>
    <p:sldId id="267" r:id="rId11"/>
    <p:sldId id="268" r:id="rId12"/>
  </p:sldIdLst>
  <p:sldSz cx="12192000" cy="6858000"/>
  <p:notesSz cx="7103745" cy="10234295"/>
  <p:defaultTextStyle>
    <a:defPPr>
      <a:defRPr lang="zh-CN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>
        <p15:guide id="1" orient="horz" pos="2176" userDrawn="1">
          <p15:clr>
            <a:srgbClr val="A4A3A4"/>
          </p15:clr>
        </p15:guide>
        <p15:guide id="2" pos="3840" userDrawn="1">
          <p15:clr>
            <a:srgbClr val="A4A3A4"/>
          </p15:clr>
        </p15:guide>
      </p15:sldGuideLst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clrMru>
    <a:srgbClr val="B2B2B2"/>
    <a:srgbClr val="202020"/>
    <a:srgbClr val="323232"/>
    <a:srgbClr val="CC3300"/>
    <a:srgbClr val="CC0000"/>
    <a:srgbClr val="FF3300"/>
    <a:srgbClr val="990000"/>
    <a:srgbClr val="FF8D41"/>
    <a:srgbClr val="FF6600"/>
  </p:clrMru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22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13480" autoAdjust="0"/>
    <p:restoredTop sz="86374"/>
  </p:normalViewPr>
  <p:slideViewPr>
    <p:cSldViewPr snapToGrid="0" showGuides="1">
      <p:cViewPr varScale="1">
        <p:scale>
          <a:sx n="127" d="100"/>
          <a:sy n="127" d="100"/>
        </p:scale>
        <p:origin x="1952" y="184"/>
      </p:cViewPr>
      <p:guideLst>
        <p:guide orient="horz" pos="2176"/>
        <p:guide pos="3840"/>
      </p:guideLst>
    </p:cSldViewPr>
  </p:slideViewPr>
  <p:outlineViewPr>
    <p:cViewPr>
      <p:scale>
        <a:sx n="33" d="100"/>
        <a:sy n="33" d="100"/>
      </p:scale>
      <p:origin x="0" y="0"/>
    </p:cViewPr>
  </p:outlineViewPr>
  <p:notesTextViewPr>
    <p:cViewPr>
      <p:scale>
        <a:sx n="3" d="2"/>
        <a:sy n="3" d="2"/>
      </p:scale>
      <p:origin x="0" y="0"/>
    </p:cViewPr>
  </p:notesTextViewPr>
  <p:gridSpacing cx="72000" cy="72000"/>
</p:viewPr>
</file>

<file path=ppt/_rels/presentation.xml.rels><?xml version="1.0" encoding="UTF-8" standalone="yes"?>
<Relationships xmlns="http://schemas.openxmlformats.org/package/2006/relationships"><Relationship Id="rId9" Type="http://schemas.openxmlformats.org/officeDocument/2006/relationships/slide" Target="slides/slide6.xml"/><Relationship Id="rId8" Type="http://schemas.openxmlformats.org/officeDocument/2006/relationships/slide" Target="slides/slide5.xml"/><Relationship Id="rId7" Type="http://schemas.openxmlformats.org/officeDocument/2006/relationships/slide" Target="slides/slide4.xml"/><Relationship Id="rId6" Type="http://schemas.openxmlformats.org/officeDocument/2006/relationships/slide" Target="slides/slide3.xml"/><Relationship Id="rId5" Type="http://schemas.openxmlformats.org/officeDocument/2006/relationships/slide" Target="slides/slide2.xml"/><Relationship Id="rId4" Type="http://schemas.openxmlformats.org/officeDocument/2006/relationships/notesMaster" Target="notesMasters/notesMaster1.xml"/><Relationship Id="rId3" Type="http://schemas.openxmlformats.org/officeDocument/2006/relationships/slide" Target="slides/slide1.xml"/><Relationship Id="rId2" Type="http://schemas.openxmlformats.org/officeDocument/2006/relationships/theme" Target="theme/theme1.xml"/><Relationship Id="rId16" Type="http://schemas.openxmlformats.org/officeDocument/2006/relationships/tableStyles" Target="tableStyles.xml"/><Relationship Id="rId15" Type="http://schemas.openxmlformats.org/officeDocument/2006/relationships/viewProps" Target="viewProps.xml"/><Relationship Id="rId14" Type="http://schemas.openxmlformats.org/officeDocument/2006/relationships/presProps" Target="presProps.xml"/><Relationship Id="rId13" Type="http://schemas.openxmlformats.org/officeDocument/2006/relationships/handoutMaster" Target="handoutMasters/handoutMaster1.xml"/><Relationship Id="rId12" Type="http://schemas.openxmlformats.org/officeDocument/2006/relationships/slide" Target="slides/slide9.xml"/><Relationship Id="rId11" Type="http://schemas.openxmlformats.org/officeDocument/2006/relationships/slide" Target="slides/slide8.xml"/><Relationship Id="rId10" Type="http://schemas.openxmlformats.org/officeDocument/2006/relationships/slide" Target="slides/slide7.xml"/><Relationship Id="rId1" Type="http://schemas.openxmlformats.org/officeDocument/2006/relationships/slideMaster" Target="slideMasters/slideMaster1.xml"/></Relationships>
</file>

<file path=ppt/handoutMasters/_rels/handout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3.xml"/></Relationships>
</file>

<file path=ppt/handoutMasters/handoutMaster1.xml><?xml version="1.0" encoding="utf-8"?>
<p:handout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页眉占位符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3078290" cy="513492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45"/>
            </a:lvl1pPr>
          </a:lstStyle>
          <a:p>
            <a:endParaRPr lang="zh-CN" altLang="en-US"/>
          </a:p>
        </p:txBody>
      </p:sp>
      <p:sp>
        <p:nvSpPr>
          <p:cNvPr id="3" name="日期占位符 2"/>
          <p:cNvSpPr>
            <a:spLocks noGrp="1"/>
          </p:cNvSpPr>
          <p:nvPr>
            <p:ph type="dt" sz="quarter" idx="1"/>
          </p:nvPr>
        </p:nvSpPr>
        <p:spPr>
          <a:xfrm>
            <a:off x="4023812" y="0"/>
            <a:ext cx="3078290" cy="513492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45"/>
            </a:lvl1pPr>
          </a:lstStyle>
          <a:p>
            <a:fld id="{0F9B84EA-7D68-4D60-9CB1-D50884785D1C}" type="datetimeFigureOut">
              <a:rPr lang="zh-CN" altLang="en-US" smtClean="0"/>
            </a:fld>
            <a:endParaRPr lang="zh-CN" altLang="en-US"/>
          </a:p>
        </p:txBody>
      </p:sp>
      <p:sp>
        <p:nvSpPr>
          <p:cNvPr id="4" name="页脚占位符 3"/>
          <p:cNvSpPr>
            <a:spLocks noGrp="1"/>
          </p:cNvSpPr>
          <p:nvPr>
            <p:ph type="ftr" sz="quarter" idx="2"/>
          </p:nvPr>
        </p:nvSpPr>
        <p:spPr>
          <a:xfrm>
            <a:off x="0" y="9720804"/>
            <a:ext cx="3078290" cy="513491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45"/>
            </a:lvl1pPr>
          </a:lstStyle>
          <a:p>
            <a:endParaRPr lang="zh-CN" altLang="en-US"/>
          </a:p>
        </p:txBody>
      </p:sp>
      <p:sp>
        <p:nvSpPr>
          <p:cNvPr id="5" name="灯片编号占位符 4"/>
          <p:cNvSpPr>
            <a:spLocks noGrp="1"/>
          </p:cNvSpPr>
          <p:nvPr>
            <p:ph type="sldNum" sz="quarter" idx="3"/>
          </p:nvPr>
        </p:nvSpPr>
        <p:spPr>
          <a:xfrm>
            <a:off x="4023812" y="9720804"/>
            <a:ext cx="3078290" cy="513491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45"/>
            </a:lvl1pPr>
          </a:lstStyle>
          <a:p>
            <a:fld id="{8D4E0FC9-F1F8-4FAE-9988-3BA365CFD46F}" type="slidenum">
              <a:rPr lang="zh-CN" altLang="en-US" smtClean="0"/>
            </a:fld>
            <a:endParaRPr lang="zh-CN" altLang="en-US"/>
          </a:p>
        </p:txBody>
      </p:sp>
    </p:spTree>
  </p:cSld>
  <p:clrMap bg1="lt1" tx1="dk1" bg2="lt2" tx2="dk2" accent1="accent1" accent2="accent2" accent3="accent3" accent4="accent4" accent5="accent5" accent6="accent6" hlink="hlink" folHlink="folHlink"/>
</p:handoutMaster>
</file>

<file path=ppt/notesMasters/_rels/notes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页眉占位符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3078163" cy="512763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zh-CN" altLang="en-US"/>
          </a:p>
        </p:txBody>
      </p:sp>
      <p:sp>
        <p:nvSpPr>
          <p:cNvPr id="3" name="日期占位符 2"/>
          <p:cNvSpPr>
            <a:spLocks noGrp="1"/>
          </p:cNvSpPr>
          <p:nvPr>
            <p:ph type="dt" idx="1"/>
          </p:nvPr>
        </p:nvSpPr>
        <p:spPr>
          <a:xfrm>
            <a:off x="4024313" y="0"/>
            <a:ext cx="3078162" cy="512763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D6C8D182-E4C8-4120-9249-FC9774456FFA}" type="datetimeFigureOut">
              <a:rPr lang="zh-CN" altLang="en-US" smtClean="0"/>
            </a:fld>
            <a:endParaRPr lang="zh-CN" altLang="en-US"/>
          </a:p>
        </p:txBody>
      </p:sp>
      <p:sp>
        <p:nvSpPr>
          <p:cNvPr id="4" name="幻灯片图像占位符 3"/>
          <p:cNvSpPr>
            <a:spLocks noGrp="1" noRot="1" noChangeAspect="1"/>
          </p:cNvSpPr>
          <p:nvPr>
            <p:ph type="sldImg" idx="2"/>
          </p:nvPr>
        </p:nvSpPr>
        <p:spPr>
          <a:xfrm>
            <a:off x="482600" y="1279525"/>
            <a:ext cx="6140450" cy="34544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zh-CN" altLang="en-US"/>
          </a:p>
        </p:txBody>
      </p:sp>
      <p:sp>
        <p:nvSpPr>
          <p:cNvPr id="5" name="备注占位符 4"/>
          <p:cNvSpPr>
            <a:spLocks noGrp="1"/>
          </p:cNvSpPr>
          <p:nvPr>
            <p:ph type="body" sz="quarter" idx="3"/>
          </p:nvPr>
        </p:nvSpPr>
        <p:spPr>
          <a:xfrm>
            <a:off x="711200" y="4926013"/>
            <a:ext cx="5683250" cy="4029075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zh-CN" altLang="en-US"/>
              <a:t>编辑母版文本样式</a:t>
            </a:r>
            <a:endParaRPr lang="zh-CN" altLang="en-US"/>
          </a:p>
          <a:p>
            <a:pPr lvl="1"/>
            <a:r>
              <a:rPr lang="zh-CN" altLang="en-US"/>
              <a:t>第二级</a:t>
            </a:r>
            <a:endParaRPr lang="zh-CN" altLang="en-US"/>
          </a:p>
          <a:p>
            <a:pPr lvl="2"/>
            <a:r>
              <a:rPr lang="zh-CN" altLang="en-US"/>
              <a:t>第三级</a:t>
            </a:r>
            <a:endParaRPr lang="zh-CN" altLang="en-US"/>
          </a:p>
          <a:p>
            <a:pPr lvl="3"/>
            <a:r>
              <a:rPr lang="zh-CN" altLang="en-US"/>
              <a:t>第四级</a:t>
            </a:r>
            <a:endParaRPr lang="zh-CN" altLang="en-US"/>
          </a:p>
          <a:p>
            <a:pPr lvl="4"/>
            <a:r>
              <a:rPr lang="zh-CN" altLang="en-US"/>
              <a:t>第五级</a:t>
            </a:r>
            <a:endParaRPr lang="zh-CN" altLang="en-US"/>
          </a:p>
        </p:txBody>
      </p:sp>
      <p:sp>
        <p:nvSpPr>
          <p:cNvPr id="6" name="页脚占位符 5"/>
          <p:cNvSpPr>
            <a:spLocks noGrp="1"/>
          </p:cNvSpPr>
          <p:nvPr>
            <p:ph type="ftr" sz="quarter" idx="4"/>
          </p:nvPr>
        </p:nvSpPr>
        <p:spPr>
          <a:xfrm>
            <a:off x="0" y="9721850"/>
            <a:ext cx="3078163" cy="512763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zh-CN" altLang="en-US"/>
          </a:p>
        </p:txBody>
      </p:sp>
      <p:sp>
        <p:nvSpPr>
          <p:cNvPr id="7" name="灯片编号占位符 6"/>
          <p:cNvSpPr>
            <a:spLocks noGrp="1"/>
          </p:cNvSpPr>
          <p:nvPr>
            <p:ph type="sldNum" sz="quarter" idx="5"/>
          </p:nvPr>
        </p:nvSpPr>
        <p:spPr>
          <a:xfrm>
            <a:off x="4024313" y="9721850"/>
            <a:ext cx="3078162" cy="512763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85D0DACE-38E0-42D2-9336-2B707D34BC6D}" type="slidenum">
              <a:rPr lang="zh-CN" altLang="en-US" smtClean="0"/>
            </a:fld>
            <a:endParaRPr lang="zh-CN" altLang="en-US"/>
          </a:p>
        </p:txBody>
      </p:sp>
    </p:spTree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
<Relationships xmlns="http://schemas.openxmlformats.org/package/2006/relationships"><Relationship Id="rId2" Type="http://schemas.openxmlformats.org/officeDocument/2006/relationships/notesMaster" Target="../notesMasters/notesMaster1.xml"/><Relationship Id="rId1" Type="http://schemas.openxmlformats.org/officeDocument/2006/relationships/slide" Target="../slides/slide1.xml"/></Relationships>
</file>

<file path=ppt/notesSlides/_rels/notesSlide2.xml.rels><?xml version="1.0" encoding="UTF-8" standalone="yes"?>
<Relationships xmlns="http://schemas.openxmlformats.org/package/2006/relationships"><Relationship Id="rId2" Type="http://schemas.openxmlformats.org/officeDocument/2006/relationships/notesMaster" Target="../notesMasters/notesMaster1.xml"/><Relationship Id="rId1" Type="http://schemas.openxmlformats.org/officeDocument/2006/relationships/slide" Target="../slides/slide6.xml"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幻灯片图像占位符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备注占位符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kumimoji="1" lang="zh-CN" altLang="en-US"/>
          </a:p>
        </p:txBody>
      </p:sp>
      <p:sp>
        <p:nvSpPr>
          <p:cNvPr id="4" name="灯片编号占位符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85D0DACE-38E0-42D2-9336-2B707D34BC6D}" type="slidenum">
              <a:rPr lang="zh-CN" altLang="en-US" smtClean="0"/>
            </a:fld>
            <a:endParaRPr lang="zh-CN" altLang="en-US"/>
          </a:p>
        </p:txBody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/>
      <p:sp>
        <p:nvSpPr>
          <p:cNvPr id="2" name="幻灯片图像占位符 1"/>
          <p:cNvSpPr/>
          <p:nvPr>
            <p:ph type="sldImg" idx="2"/>
          </p:nvPr>
        </p:nvSpPr>
        <p:spPr/>
      </p:sp>
      <p:sp>
        <p:nvSpPr>
          <p:cNvPr id="3" name="文本占位符 2"/>
          <p:cNvSpPr/>
          <p:nvPr>
            <p:ph type="body" idx="3"/>
          </p:nvPr>
        </p:nvSpPr>
        <p:spPr/>
        <p:txBody>
          <a:bodyPr/>
          <a:p>
            <a:endParaRPr lang="zh-CN" altLang="en-US"/>
          </a:p>
        </p:txBody>
      </p:sp>
    </p:spTree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标题幻灯片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标题 1"/>
          <p:cNvSpPr>
            <a:spLocks noGrp="1"/>
          </p:cNvSpPr>
          <p:nvPr>
            <p:ph type="ctrTitle" hasCustomPrompt="1"/>
          </p:nvPr>
        </p:nvSpPr>
        <p:spPr>
          <a:xfrm>
            <a:off x="1524000" y="1322962"/>
            <a:ext cx="9144000" cy="2187001"/>
          </a:xfrm>
        </p:spPr>
        <p:txBody>
          <a:bodyPr anchor="b">
            <a:normAutofit/>
          </a:bodyPr>
          <a:lstStyle>
            <a:lvl1pPr algn="ctr">
              <a:lnSpc>
                <a:spcPct val="130000"/>
              </a:lnSpc>
              <a:defRPr sz="6000">
                <a:effectLst/>
              </a:defRPr>
            </a:lvl1pPr>
          </a:lstStyle>
          <a:p>
            <a:r>
              <a:rPr lang="zh-CN" altLang="en-US" dirty="0"/>
              <a:t>单击此处添加标题</a:t>
            </a:r>
            <a:endParaRPr lang="zh-CN" altLang="en-US" dirty="0"/>
          </a:p>
        </p:txBody>
      </p:sp>
      <p:sp>
        <p:nvSpPr>
          <p:cNvPr id="4" name="日期占位符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760FBDFE-C587-4B4C-A407-44438C67B59E}" type="datetimeFigureOut">
              <a:rPr lang="zh-CN" altLang="en-US" smtClean="0"/>
            </a:fld>
            <a:endParaRPr lang="zh-CN" altLang="en-US"/>
          </a:p>
        </p:txBody>
      </p:sp>
      <p:sp>
        <p:nvSpPr>
          <p:cNvPr id="5" name="页脚占位符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zh-CN" altLang="en-US"/>
          </a:p>
        </p:txBody>
      </p:sp>
      <p:sp>
        <p:nvSpPr>
          <p:cNvPr id="6" name="灯片编号占位符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49AE70B2-8BF9-45C0-BB95-33D1B9D3A854}" type="slidenum">
              <a:rPr lang="zh-CN" altLang="en-US" smtClean="0"/>
            </a:fld>
            <a:endParaRPr lang="zh-CN" altLang="en-US"/>
          </a:p>
        </p:txBody>
      </p:sp>
      <p:sp>
        <p:nvSpPr>
          <p:cNvPr id="3" name="副标题 2"/>
          <p:cNvSpPr>
            <a:spLocks noGrp="1"/>
          </p:cNvSpPr>
          <p:nvPr>
            <p:ph type="subTitle" idx="1" hasCustomPrompt="1"/>
          </p:nvPr>
        </p:nvSpPr>
        <p:spPr>
          <a:xfrm>
            <a:off x="1524000" y="3602038"/>
            <a:ext cx="9144000" cy="1655762"/>
          </a:xfrm>
        </p:spPr>
        <p:txBody>
          <a:bodyPr>
            <a:normAutofit/>
          </a:bodyPr>
          <a:lstStyle>
            <a:lvl1pPr marL="0" indent="0" algn="ctr">
              <a:buNone/>
              <a:defRPr sz="2400">
                <a:solidFill>
                  <a:schemeClr val="tx1">
                    <a:lumMod val="75000"/>
                    <a:lumOff val="25000"/>
                  </a:schemeClr>
                </a:solidFill>
                <a:effectLst/>
                <a:latin typeface="+mn-ea"/>
                <a:ea typeface="+mn-ea"/>
              </a:defRPr>
            </a:lvl1pPr>
            <a:lvl2pPr marL="457200" indent="0" algn="ctr">
              <a:buNone/>
              <a:defRPr sz="2000"/>
            </a:lvl2pPr>
            <a:lvl3pPr marL="914400" indent="0" algn="ctr">
              <a:buNone/>
              <a:defRPr sz="1800"/>
            </a:lvl3pPr>
            <a:lvl4pPr marL="1371600" indent="0" algn="ctr">
              <a:buNone/>
              <a:defRPr sz="1600"/>
            </a:lvl4pPr>
            <a:lvl5pPr marL="1828800" indent="0" algn="ctr">
              <a:buNone/>
              <a:defRPr sz="1600"/>
            </a:lvl5pPr>
            <a:lvl6pPr marL="2286000" indent="0" algn="ctr">
              <a:buNone/>
              <a:defRPr sz="1600"/>
            </a:lvl6pPr>
            <a:lvl7pPr marL="2743200" indent="0" algn="ctr">
              <a:buNone/>
              <a:defRPr sz="1600"/>
            </a:lvl7pPr>
            <a:lvl8pPr marL="3200400" indent="0" algn="ctr">
              <a:buNone/>
              <a:defRPr sz="1600"/>
            </a:lvl8pPr>
            <a:lvl9pPr marL="3657600" indent="0" algn="ctr">
              <a:buNone/>
              <a:defRPr sz="1600"/>
            </a:lvl9pPr>
          </a:lstStyle>
          <a:p>
            <a:r>
              <a:rPr lang="zh-CN" altLang="en-US" dirty="0"/>
              <a:t>单击此处添加副标题</a:t>
            </a:r>
            <a:endParaRPr lang="zh-CN" altLang="en-US" dirty="0"/>
          </a:p>
        </p:txBody>
      </p:sp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标题和内容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标题 1"/>
          <p:cNvSpPr>
            <a:spLocks noGrp="1"/>
          </p:cNvSpPr>
          <p:nvPr>
            <p:ph type="title"/>
          </p:nvPr>
        </p:nvSpPr>
        <p:spPr>
          <a:xfrm>
            <a:off x="647700" y="258445"/>
            <a:ext cx="10515600" cy="1325563"/>
          </a:xfrm>
        </p:spPr>
        <p:txBody>
          <a:bodyPr anchor="ctr" anchorCtr="0">
            <a:normAutofit/>
          </a:bodyPr>
          <a:lstStyle>
            <a:lvl1pPr>
              <a:defRPr sz="4400" b="0">
                <a:effectLst/>
              </a:defRPr>
            </a:lvl1pPr>
          </a:lstStyle>
          <a:p>
            <a:r>
              <a:rPr lang="zh-CN" altLang="en-US" dirty="0"/>
              <a:t>单击此处编辑母版标题样式</a:t>
            </a:r>
            <a:endParaRPr lang="zh-CN" altLang="en-US" dirty="0"/>
          </a:p>
        </p:txBody>
      </p:sp>
      <p:sp>
        <p:nvSpPr>
          <p:cNvPr id="3" name="内容占位符 2"/>
          <p:cNvSpPr>
            <a:spLocks noGrp="1"/>
          </p:cNvSpPr>
          <p:nvPr>
            <p:ph idx="1"/>
          </p:nvPr>
        </p:nvSpPr>
        <p:spPr>
          <a:xfrm>
            <a:off x="647700" y="1825625"/>
            <a:ext cx="10515600" cy="4351338"/>
          </a:xfrm>
        </p:spPr>
        <p:txBody>
          <a:bodyPr>
            <a:normAutofit/>
          </a:bodyPr>
          <a:lstStyle>
            <a:lvl1pPr>
              <a:defRPr sz="2800">
                <a:solidFill>
                  <a:schemeClr val="tx1">
                    <a:lumMod val="75000"/>
                    <a:lumOff val="25000"/>
                  </a:schemeClr>
                </a:solidFill>
              </a:defRPr>
            </a:lvl1pPr>
            <a:lvl2pPr>
              <a:defRPr sz="2400">
                <a:solidFill>
                  <a:schemeClr val="tx1">
                    <a:lumMod val="75000"/>
                    <a:lumOff val="25000"/>
                  </a:schemeClr>
                </a:solidFill>
              </a:defRPr>
            </a:lvl2pPr>
            <a:lvl3pPr>
              <a:defRPr sz="2000">
                <a:solidFill>
                  <a:schemeClr val="tx1">
                    <a:lumMod val="75000"/>
                    <a:lumOff val="25000"/>
                  </a:schemeClr>
                </a:solidFill>
              </a:defRPr>
            </a:lvl3pPr>
            <a:lvl4pPr>
              <a:defRPr sz="1800">
                <a:solidFill>
                  <a:schemeClr val="tx1">
                    <a:lumMod val="75000"/>
                    <a:lumOff val="25000"/>
                  </a:schemeClr>
                </a:solidFill>
              </a:defRPr>
            </a:lvl4pPr>
            <a:lvl5pPr>
              <a:defRPr sz="1800">
                <a:solidFill>
                  <a:schemeClr val="tx1">
                    <a:lumMod val="75000"/>
                    <a:lumOff val="25000"/>
                  </a:schemeClr>
                </a:solidFill>
              </a:defRPr>
            </a:lvl5pPr>
          </a:lstStyle>
          <a:p>
            <a:pPr lvl="0"/>
            <a:r>
              <a:rPr lang="zh-CN" altLang="en-US" dirty="0"/>
              <a:t>单击此处编辑母版文本样式</a:t>
            </a:r>
            <a:endParaRPr lang="zh-CN" altLang="en-US" dirty="0"/>
          </a:p>
          <a:p>
            <a:pPr lvl="1"/>
            <a:r>
              <a:rPr lang="zh-CN" altLang="en-US" dirty="0"/>
              <a:t>第二级</a:t>
            </a:r>
            <a:endParaRPr lang="zh-CN" altLang="en-US" dirty="0"/>
          </a:p>
          <a:p>
            <a:pPr lvl="2"/>
            <a:r>
              <a:rPr lang="zh-CN" altLang="en-US" dirty="0"/>
              <a:t>第三级</a:t>
            </a:r>
            <a:endParaRPr lang="zh-CN" altLang="en-US" dirty="0"/>
          </a:p>
          <a:p>
            <a:pPr lvl="3"/>
            <a:r>
              <a:rPr lang="zh-CN" altLang="en-US" dirty="0"/>
              <a:t>第四级</a:t>
            </a:r>
            <a:endParaRPr lang="zh-CN" altLang="en-US" dirty="0"/>
          </a:p>
          <a:p>
            <a:pPr lvl="4"/>
            <a:r>
              <a:rPr lang="zh-CN" altLang="en-US" dirty="0"/>
              <a:t>第五级</a:t>
            </a:r>
            <a:endParaRPr lang="zh-CN" altLang="en-US" dirty="0"/>
          </a:p>
        </p:txBody>
      </p:sp>
      <p:sp>
        <p:nvSpPr>
          <p:cNvPr id="4" name="日期占位符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760FBDFE-C587-4B4C-A407-44438C67B59E}" type="datetimeFigureOut">
              <a:rPr lang="zh-CN" altLang="en-US" smtClean="0"/>
            </a:fld>
            <a:endParaRPr lang="zh-CN" altLang="en-US"/>
          </a:p>
        </p:txBody>
      </p:sp>
      <p:sp>
        <p:nvSpPr>
          <p:cNvPr id="5" name="页脚占位符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zh-CN" altLang="en-US"/>
          </a:p>
        </p:txBody>
      </p:sp>
      <p:sp>
        <p:nvSpPr>
          <p:cNvPr id="6" name="灯片编号占位符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49AE70B2-8BF9-45C0-BB95-33D1B9D3A854}" type="slidenum">
              <a:rPr lang="zh-CN" altLang="en-US" smtClean="0"/>
            </a:fld>
            <a:endParaRPr lang="zh-CN" altLang="en-US"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节标题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标题 1"/>
          <p:cNvSpPr>
            <a:spLocks noGrp="1"/>
          </p:cNvSpPr>
          <p:nvPr>
            <p:ph type="title"/>
          </p:nvPr>
        </p:nvSpPr>
        <p:spPr>
          <a:xfrm>
            <a:off x="831849" y="469127"/>
            <a:ext cx="10307927" cy="4093347"/>
          </a:xfrm>
        </p:spPr>
        <p:txBody>
          <a:bodyPr anchor="b">
            <a:normAutofit/>
          </a:bodyPr>
          <a:lstStyle>
            <a:lvl1pPr>
              <a:defRPr sz="6000">
                <a:effectLst/>
              </a:defRPr>
            </a:lvl1pPr>
          </a:lstStyle>
          <a:p>
            <a:r>
              <a:rPr lang="zh-CN" altLang="en-US" dirty="0"/>
              <a:t>单击此处编辑母版标题样式</a:t>
            </a:r>
            <a:endParaRPr lang="zh-CN" altLang="en-US" dirty="0"/>
          </a:p>
        </p:txBody>
      </p:sp>
      <p:sp>
        <p:nvSpPr>
          <p:cNvPr id="3" name="文本占位符 2"/>
          <p:cNvSpPr>
            <a:spLocks noGrp="1"/>
          </p:cNvSpPr>
          <p:nvPr>
            <p:ph type="body" idx="1"/>
          </p:nvPr>
        </p:nvSpPr>
        <p:spPr>
          <a:xfrm>
            <a:off x="831850" y="4610028"/>
            <a:ext cx="10307926" cy="647555"/>
          </a:xfrm>
        </p:spPr>
        <p:txBody>
          <a:bodyPr>
            <a:normAutofit/>
          </a:bodyPr>
          <a:lstStyle>
            <a:lvl1pPr marL="0" indent="0">
              <a:buNone/>
              <a:defRPr sz="2400">
                <a:solidFill>
                  <a:schemeClr val="tx1"/>
                </a:solidFill>
              </a:defRPr>
            </a:lvl1pPr>
            <a:lvl2pPr marL="45720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zh-CN" altLang="en-US" dirty="0"/>
              <a:t>单击此处编辑母版文本样式</a:t>
            </a:r>
            <a:endParaRPr lang="zh-CN" altLang="en-US" dirty="0"/>
          </a:p>
        </p:txBody>
      </p:sp>
      <p:sp>
        <p:nvSpPr>
          <p:cNvPr id="4" name="日期占位符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760FBDFE-C587-4B4C-A407-44438C67B59E}" type="datetimeFigureOut">
              <a:rPr lang="zh-CN" altLang="en-US" smtClean="0"/>
            </a:fld>
            <a:endParaRPr lang="zh-CN" altLang="en-US"/>
          </a:p>
        </p:txBody>
      </p:sp>
      <p:sp>
        <p:nvSpPr>
          <p:cNvPr id="5" name="页脚占位符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zh-CN" altLang="en-US"/>
          </a:p>
        </p:txBody>
      </p:sp>
      <p:sp>
        <p:nvSpPr>
          <p:cNvPr id="6" name="灯片编号占位符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49AE70B2-8BF9-45C0-BB95-33D1B9D3A854}" type="slidenum">
              <a:rPr lang="zh-CN" altLang="en-US" smtClean="0"/>
            </a:fld>
            <a:endParaRPr lang="zh-CN" altLang="en-US"/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两栏内容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标题 1"/>
          <p:cNvSpPr>
            <a:spLocks noGrp="1"/>
          </p:cNvSpPr>
          <p:nvPr>
            <p:ph type="title"/>
          </p:nvPr>
        </p:nvSpPr>
        <p:spPr>
          <a:xfrm>
            <a:off x="647700" y="258445"/>
            <a:ext cx="10515600" cy="1325563"/>
          </a:xfrm>
        </p:spPr>
        <p:txBody>
          <a:bodyPr>
            <a:normAutofit/>
          </a:bodyPr>
          <a:lstStyle>
            <a:lvl1pPr>
              <a:defRPr sz="4400" b="0" i="0">
                <a:effectLst/>
              </a:defRPr>
            </a:lvl1pPr>
          </a:lstStyle>
          <a:p>
            <a:r>
              <a:rPr lang="zh-CN" altLang="en-US" dirty="0"/>
              <a:t>单击此处编辑母版标题样式</a:t>
            </a:r>
            <a:endParaRPr lang="zh-CN" altLang="en-US" dirty="0"/>
          </a:p>
        </p:txBody>
      </p:sp>
      <p:sp>
        <p:nvSpPr>
          <p:cNvPr id="3" name="内容占位符 2"/>
          <p:cNvSpPr>
            <a:spLocks noGrp="1"/>
          </p:cNvSpPr>
          <p:nvPr>
            <p:ph sz="half" idx="1"/>
          </p:nvPr>
        </p:nvSpPr>
        <p:spPr>
          <a:xfrm>
            <a:off x="647700" y="1825625"/>
            <a:ext cx="5181600" cy="4351338"/>
          </a:xfrm>
        </p:spPr>
        <p:txBody>
          <a:bodyPr>
            <a:normAutofit/>
          </a:bodyPr>
          <a:lstStyle>
            <a:lvl1pPr>
              <a:lnSpc>
                <a:spcPct val="90000"/>
              </a:lnSpc>
              <a:defRPr sz="2800">
                <a:solidFill>
                  <a:schemeClr val="tx1">
                    <a:lumMod val="75000"/>
                    <a:lumOff val="25000"/>
                  </a:schemeClr>
                </a:solidFill>
              </a:defRPr>
            </a:lvl1pPr>
            <a:lvl2pPr>
              <a:lnSpc>
                <a:spcPct val="90000"/>
              </a:lnSpc>
              <a:defRPr sz="2400">
                <a:solidFill>
                  <a:schemeClr val="tx1">
                    <a:lumMod val="75000"/>
                    <a:lumOff val="25000"/>
                  </a:schemeClr>
                </a:solidFill>
              </a:defRPr>
            </a:lvl2pPr>
            <a:lvl3pPr>
              <a:lnSpc>
                <a:spcPct val="90000"/>
              </a:lnSpc>
              <a:defRPr sz="2000">
                <a:solidFill>
                  <a:schemeClr val="tx1">
                    <a:lumMod val="75000"/>
                    <a:lumOff val="25000"/>
                  </a:schemeClr>
                </a:solidFill>
              </a:defRPr>
            </a:lvl3pPr>
            <a:lvl4pPr>
              <a:lnSpc>
                <a:spcPct val="90000"/>
              </a:lnSpc>
              <a:defRPr sz="1800">
                <a:solidFill>
                  <a:schemeClr val="tx1">
                    <a:lumMod val="75000"/>
                    <a:lumOff val="25000"/>
                  </a:schemeClr>
                </a:solidFill>
              </a:defRPr>
            </a:lvl4pPr>
            <a:lvl5pPr>
              <a:lnSpc>
                <a:spcPct val="90000"/>
              </a:lnSpc>
              <a:defRPr sz="1800">
                <a:solidFill>
                  <a:schemeClr val="tx1">
                    <a:lumMod val="75000"/>
                    <a:lumOff val="25000"/>
                  </a:schemeClr>
                </a:solidFill>
              </a:defRPr>
            </a:lvl5pPr>
          </a:lstStyle>
          <a:p>
            <a:pPr lvl="0"/>
            <a:r>
              <a:rPr lang="zh-CN" altLang="en-US" dirty="0"/>
              <a:t>单击此处编辑母版文本样式</a:t>
            </a:r>
            <a:endParaRPr lang="zh-CN" altLang="en-US" dirty="0"/>
          </a:p>
          <a:p>
            <a:pPr lvl="1"/>
            <a:r>
              <a:rPr lang="zh-CN" altLang="en-US" dirty="0"/>
              <a:t>第二级</a:t>
            </a:r>
            <a:endParaRPr lang="zh-CN" altLang="en-US" dirty="0"/>
          </a:p>
          <a:p>
            <a:pPr lvl="2"/>
            <a:r>
              <a:rPr lang="zh-CN" altLang="en-US" dirty="0"/>
              <a:t>第三级</a:t>
            </a:r>
            <a:endParaRPr lang="zh-CN" altLang="en-US" dirty="0"/>
          </a:p>
          <a:p>
            <a:pPr lvl="3"/>
            <a:r>
              <a:rPr lang="zh-CN" altLang="en-US" dirty="0"/>
              <a:t>第四级</a:t>
            </a:r>
            <a:endParaRPr lang="zh-CN" altLang="en-US" dirty="0"/>
          </a:p>
          <a:p>
            <a:pPr lvl="4"/>
            <a:r>
              <a:rPr lang="zh-CN" altLang="en-US" dirty="0"/>
              <a:t>第五级</a:t>
            </a:r>
            <a:endParaRPr lang="zh-CN" altLang="en-US" dirty="0"/>
          </a:p>
        </p:txBody>
      </p:sp>
      <p:sp>
        <p:nvSpPr>
          <p:cNvPr id="4" name="内容占位符 3"/>
          <p:cNvSpPr>
            <a:spLocks noGrp="1"/>
          </p:cNvSpPr>
          <p:nvPr>
            <p:ph sz="half" idx="2"/>
          </p:nvPr>
        </p:nvSpPr>
        <p:spPr>
          <a:xfrm>
            <a:off x="5981700" y="1825625"/>
            <a:ext cx="5181600" cy="4351338"/>
          </a:xfrm>
        </p:spPr>
        <p:txBody>
          <a:bodyPr>
            <a:normAutofit/>
          </a:bodyPr>
          <a:lstStyle>
            <a:lvl1pPr>
              <a:lnSpc>
                <a:spcPct val="90000"/>
              </a:lnSpc>
              <a:defRPr sz="2800">
                <a:solidFill>
                  <a:schemeClr val="tx1">
                    <a:lumMod val="75000"/>
                    <a:lumOff val="25000"/>
                  </a:schemeClr>
                </a:solidFill>
              </a:defRPr>
            </a:lvl1pPr>
            <a:lvl2pPr>
              <a:lnSpc>
                <a:spcPct val="90000"/>
              </a:lnSpc>
              <a:defRPr sz="2400">
                <a:solidFill>
                  <a:schemeClr val="tx1">
                    <a:lumMod val="75000"/>
                    <a:lumOff val="25000"/>
                  </a:schemeClr>
                </a:solidFill>
              </a:defRPr>
            </a:lvl2pPr>
            <a:lvl3pPr>
              <a:lnSpc>
                <a:spcPct val="90000"/>
              </a:lnSpc>
              <a:defRPr sz="2000">
                <a:solidFill>
                  <a:schemeClr val="tx1">
                    <a:lumMod val="75000"/>
                    <a:lumOff val="25000"/>
                  </a:schemeClr>
                </a:solidFill>
              </a:defRPr>
            </a:lvl3pPr>
            <a:lvl4pPr>
              <a:lnSpc>
                <a:spcPct val="90000"/>
              </a:lnSpc>
              <a:defRPr sz="1800">
                <a:solidFill>
                  <a:schemeClr val="tx1">
                    <a:lumMod val="75000"/>
                    <a:lumOff val="25000"/>
                  </a:schemeClr>
                </a:solidFill>
              </a:defRPr>
            </a:lvl4pPr>
            <a:lvl5pPr>
              <a:lnSpc>
                <a:spcPct val="90000"/>
              </a:lnSpc>
              <a:defRPr sz="1800">
                <a:solidFill>
                  <a:schemeClr val="tx1">
                    <a:lumMod val="75000"/>
                    <a:lumOff val="25000"/>
                  </a:schemeClr>
                </a:solidFill>
              </a:defRPr>
            </a:lvl5pPr>
          </a:lstStyle>
          <a:p>
            <a:pPr lvl="0"/>
            <a:r>
              <a:rPr lang="zh-CN" altLang="en-US" dirty="0"/>
              <a:t>单击此处编辑母版文本样式</a:t>
            </a:r>
            <a:endParaRPr lang="zh-CN" altLang="en-US" dirty="0"/>
          </a:p>
          <a:p>
            <a:pPr lvl="1"/>
            <a:r>
              <a:rPr lang="zh-CN" altLang="en-US" dirty="0"/>
              <a:t>第二级</a:t>
            </a:r>
            <a:endParaRPr lang="zh-CN" altLang="en-US" dirty="0"/>
          </a:p>
          <a:p>
            <a:pPr lvl="2"/>
            <a:r>
              <a:rPr lang="zh-CN" altLang="en-US" dirty="0"/>
              <a:t>第三级</a:t>
            </a:r>
            <a:endParaRPr lang="zh-CN" altLang="en-US" dirty="0"/>
          </a:p>
          <a:p>
            <a:pPr lvl="3"/>
            <a:r>
              <a:rPr lang="zh-CN" altLang="en-US" dirty="0"/>
              <a:t>第四级</a:t>
            </a:r>
            <a:endParaRPr lang="zh-CN" altLang="en-US" dirty="0"/>
          </a:p>
          <a:p>
            <a:pPr lvl="4"/>
            <a:r>
              <a:rPr lang="zh-CN" altLang="en-US" dirty="0"/>
              <a:t>第五级</a:t>
            </a:r>
            <a:endParaRPr lang="zh-CN" altLang="en-US" dirty="0"/>
          </a:p>
        </p:txBody>
      </p:sp>
      <p:sp>
        <p:nvSpPr>
          <p:cNvPr id="5" name="日期占位符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760FBDFE-C587-4B4C-A407-44438C67B59E}" type="datetimeFigureOut">
              <a:rPr lang="zh-CN" altLang="en-US" smtClean="0"/>
            </a:fld>
            <a:endParaRPr lang="zh-CN" altLang="en-US"/>
          </a:p>
        </p:txBody>
      </p:sp>
      <p:sp>
        <p:nvSpPr>
          <p:cNvPr id="6" name="页脚占位符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zh-CN" altLang="en-US"/>
          </a:p>
        </p:txBody>
      </p:sp>
      <p:sp>
        <p:nvSpPr>
          <p:cNvPr id="7" name="灯片编号占位符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49AE70B2-8BF9-45C0-BB95-33D1B9D3A854}" type="slidenum">
              <a:rPr lang="zh-CN" altLang="en-US" smtClean="0"/>
            </a:fld>
            <a:endParaRPr lang="zh-CN" altLang="en-US"/>
          </a:p>
        </p:txBody>
      </p:sp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比较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标题 1"/>
          <p:cNvSpPr>
            <a:spLocks noGrp="1"/>
          </p:cNvSpPr>
          <p:nvPr>
            <p:ph type="title"/>
          </p:nvPr>
        </p:nvSpPr>
        <p:spPr>
          <a:xfrm>
            <a:off x="839788" y="365125"/>
            <a:ext cx="10515600" cy="1325563"/>
          </a:xfrm>
        </p:spPr>
        <p:txBody>
          <a:bodyPr/>
          <a:lstStyle/>
          <a:p>
            <a:r>
              <a:rPr lang="zh-CN" altLang="en-US" dirty="0"/>
              <a:t>单击此处编辑母版标题样式</a:t>
            </a:r>
            <a:endParaRPr lang="zh-CN" altLang="en-US" dirty="0"/>
          </a:p>
        </p:txBody>
      </p:sp>
      <p:sp>
        <p:nvSpPr>
          <p:cNvPr id="3" name="文本占位符 2"/>
          <p:cNvSpPr>
            <a:spLocks noGrp="1"/>
          </p:cNvSpPr>
          <p:nvPr>
            <p:ph type="body" idx="1"/>
          </p:nvPr>
        </p:nvSpPr>
        <p:spPr>
          <a:xfrm>
            <a:off x="839788" y="1744961"/>
            <a:ext cx="5157787" cy="823912"/>
          </a:xfrm>
        </p:spPr>
        <p:txBody>
          <a:bodyPr anchor="b">
            <a:normAutofit/>
          </a:bodyPr>
          <a:lstStyle>
            <a:lvl1pPr marL="0" indent="0">
              <a:buNone/>
              <a:defRPr sz="2800" b="0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zh-CN" altLang="en-US" dirty="0"/>
              <a:t>单击此处编辑母版文本样式</a:t>
            </a:r>
            <a:endParaRPr lang="zh-CN" altLang="en-US" dirty="0"/>
          </a:p>
        </p:txBody>
      </p:sp>
      <p:sp>
        <p:nvSpPr>
          <p:cNvPr id="4" name="内容占位符 3"/>
          <p:cNvSpPr>
            <a:spLocks noGrp="1"/>
          </p:cNvSpPr>
          <p:nvPr>
            <p:ph sz="half" idx="2"/>
          </p:nvPr>
        </p:nvSpPr>
        <p:spPr>
          <a:xfrm>
            <a:off x="839788" y="2615609"/>
            <a:ext cx="5157787" cy="3574054"/>
          </a:xfrm>
        </p:spPr>
        <p:txBody>
          <a:bodyPr/>
          <a:lstStyle/>
          <a:p>
            <a:pPr lvl="0"/>
            <a:r>
              <a:rPr lang="zh-CN" altLang="en-US" dirty="0"/>
              <a:t>单击此处编辑母版文本样式</a:t>
            </a:r>
            <a:endParaRPr lang="zh-CN" altLang="en-US" dirty="0"/>
          </a:p>
          <a:p>
            <a:pPr lvl="1"/>
            <a:r>
              <a:rPr lang="zh-CN" altLang="en-US" dirty="0"/>
              <a:t>第二级</a:t>
            </a:r>
            <a:endParaRPr lang="zh-CN" altLang="en-US" dirty="0"/>
          </a:p>
          <a:p>
            <a:pPr lvl="2"/>
            <a:r>
              <a:rPr lang="zh-CN" altLang="en-US" dirty="0"/>
              <a:t>第三级</a:t>
            </a:r>
            <a:endParaRPr lang="zh-CN" altLang="en-US" dirty="0"/>
          </a:p>
          <a:p>
            <a:pPr lvl="3"/>
            <a:r>
              <a:rPr lang="zh-CN" altLang="en-US" dirty="0"/>
              <a:t>第四级</a:t>
            </a:r>
            <a:endParaRPr lang="zh-CN" altLang="en-US" dirty="0"/>
          </a:p>
          <a:p>
            <a:pPr lvl="4"/>
            <a:r>
              <a:rPr lang="zh-CN" altLang="en-US" dirty="0"/>
              <a:t>第五级</a:t>
            </a:r>
            <a:endParaRPr lang="zh-CN" altLang="en-US" dirty="0"/>
          </a:p>
        </p:txBody>
      </p:sp>
      <p:sp>
        <p:nvSpPr>
          <p:cNvPr id="5" name="文本占位符 4"/>
          <p:cNvSpPr>
            <a:spLocks noGrp="1"/>
          </p:cNvSpPr>
          <p:nvPr>
            <p:ph type="body" sz="quarter" idx="3"/>
          </p:nvPr>
        </p:nvSpPr>
        <p:spPr>
          <a:xfrm>
            <a:off x="6172200" y="1744961"/>
            <a:ext cx="5183188" cy="823912"/>
          </a:xfrm>
        </p:spPr>
        <p:txBody>
          <a:bodyPr anchor="b">
            <a:normAutofit/>
          </a:bodyPr>
          <a:lstStyle>
            <a:lvl1pPr marL="0" indent="0">
              <a:buNone/>
              <a:defRPr sz="2800" b="0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zh-CN" altLang="en-US" dirty="0"/>
              <a:t>单击此处编辑母版文本样式</a:t>
            </a:r>
            <a:endParaRPr lang="zh-CN" altLang="en-US" dirty="0"/>
          </a:p>
        </p:txBody>
      </p:sp>
      <p:sp>
        <p:nvSpPr>
          <p:cNvPr id="6" name="内容占位符 5"/>
          <p:cNvSpPr>
            <a:spLocks noGrp="1"/>
          </p:cNvSpPr>
          <p:nvPr>
            <p:ph sz="quarter" idx="4"/>
          </p:nvPr>
        </p:nvSpPr>
        <p:spPr>
          <a:xfrm>
            <a:off x="6172200" y="2615609"/>
            <a:ext cx="5183188" cy="3574054"/>
          </a:xfrm>
        </p:spPr>
        <p:txBody>
          <a:bodyPr/>
          <a:lstStyle/>
          <a:p>
            <a:pPr lvl="0"/>
            <a:r>
              <a:rPr lang="zh-CN" altLang="en-US" dirty="0"/>
              <a:t>单击此处编辑母版文本样式</a:t>
            </a:r>
            <a:endParaRPr lang="zh-CN" altLang="en-US" dirty="0"/>
          </a:p>
          <a:p>
            <a:pPr lvl="1"/>
            <a:r>
              <a:rPr lang="zh-CN" altLang="en-US" dirty="0"/>
              <a:t>第二级</a:t>
            </a:r>
            <a:endParaRPr lang="zh-CN" altLang="en-US" dirty="0"/>
          </a:p>
          <a:p>
            <a:pPr lvl="2"/>
            <a:r>
              <a:rPr lang="zh-CN" altLang="en-US" dirty="0"/>
              <a:t>第三级</a:t>
            </a:r>
            <a:endParaRPr lang="zh-CN" altLang="en-US" dirty="0"/>
          </a:p>
          <a:p>
            <a:pPr lvl="3"/>
            <a:r>
              <a:rPr lang="zh-CN" altLang="en-US" dirty="0"/>
              <a:t>第四级</a:t>
            </a:r>
            <a:endParaRPr lang="zh-CN" altLang="en-US" dirty="0"/>
          </a:p>
          <a:p>
            <a:pPr lvl="4"/>
            <a:r>
              <a:rPr lang="zh-CN" altLang="en-US" dirty="0"/>
              <a:t>第五级</a:t>
            </a:r>
            <a:endParaRPr lang="zh-CN" altLang="en-US" dirty="0"/>
          </a:p>
        </p:txBody>
      </p:sp>
      <p:sp>
        <p:nvSpPr>
          <p:cNvPr id="7" name="日期占位符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760FBDFE-C587-4B4C-A407-44438C67B59E}" type="datetimeFigureOut">
              <a:rPr lang="zh-CN" altLang="en-US" smtClean="0"/>
            </a:fld>
            <a:endParaRPr lang="zh-CN" altLang="en-US"/>
          </a:p>
        </p:txBody>
      </p:sp>
      <p:sp>
        <p:nvSpPr>
          <p:cNvPr id="8" name="页脚占位符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zh-CN" altLang="en-US"/>
          </a:p>
        </p:txBody>
      </p:sp>
      <p:sp>
        <p:nvSpPr>
          <p:cNvPr id="9" name="灯片编号占位符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49AE70B2-8BF9-45C0-BB95-33D1B9D3A854}" type="slidenum">
              <a:rPr lang="zh-CN" altLang="en-US" smtClean="0"/>
            </a:fld>
            <a:endParaRPr lang="zh-CN" altLang="en-US"/>
          </a:p>
        </p:txBody>
      </p:sp>
    </p:spTree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仅标题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标题 1"/>
          <p:cNvSpPr>
            <a:spLocks noGrp="1"/>
          </p:cNvSpPr>
          <p:nvPr>
            <p:ph type="title"/>
          </p:nvPr>
        </p:nvSpPr>
        <p:spPr>
          <a:xfrm>
            <a:off x="838200" y="2766219"/>
            <a:ext cx="10515600" cy="1325563"/>
          </a:xfrm>
        </p:spPr>
        <p:txBody>
          <a:bodyPr>
            <a:normAutofit/>
          </a:bodyPr>
          <a:lstStyle>
            <a:lvl1pPr algn="ctr">
              <a:defRPr sz="4400" b="0">
                <a:effectLst/>
              </a:defRPr>
            </a:lvl1pPr>
          </a:lstStyle>
          <a:p>
            <a:r>
              <a:rPr lang="zh-CN" altLang="en-US" dirty="0"/>
              <a:t>单击此处编辑母版标题样式</a:t>
            </a:r>
            <a:endParaRPr lang="zh-CN" altLang="en-US" dirty="0"/>
          </a:p>
        </p:txBody>
      </p:sp>
      <p:sp>
        <p:nvSpPr>
          <p:cNvPr id="3" name="日期占位符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760FBDFE-C587-4B4C-A407-44438C67B59E}" type="datetimeFigureOut">
              <a:rPr lang="zh-CN" altLang="en-US" smtClean="0"/>
            </a:fld>
            <a:endParaRPr lang="zh-CN" altLang="en-US"/>
          </a:p>
        </p:txBody>
      </p:sp>
      <p:sp>
        <p:nvSpPr>
          <p:cNvPr id="4" name="页脚占位符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zh-CN" altLang="en-US"/>
          </a:p>
        </p:txBody>
      </p:sp>
      <p:sp>
        <p:nvSpPr>
          <p:cNvPr id="5" name="灯片编号占位符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49AE70B2-8BF9-45C0-BB95-33D1B9D3A854}" type="slidenum">
              <a:rPr lang="zh-CN" altLang="en-US" smtClean="0"/>
            </a:fld>
            <a:endParaRPr lang="zh-CN" altLang="en-US"/>
          </a:p>
        </p:txBody>
      </p:sp>
    </p:spTree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空白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日期占位符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760FBDFE-C587-4B4C-A407-44438C67B59E}" type="datetimeFigureOut">
              <a:rPr lang="zh-CN" altLang="en-US" smtClean="0"/>
            </a:fld>
            <a:endParaRPr lang="zh-CN" altLang="en-US"/>
          </a:p>
        </p:txBody>
      </p:sp>
      <p:sp>
        <p:nvSpPr>
          <p:cNvPr id="3" name="页脚占位符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zh-CN" altLang="en-US"/>
          </a:p>
        </p:txBody>
      </p:sp>
      <p:sp>
        <p:nvSpPr>
          <p:cNvPr id="4" name="灯片编号占位符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49AE70B2-8BF9-45C0-BB95-33D1B9D3A854}" type="slidenum">
              <a:rPr lang="zh-CN" altLang="en-US" smtClean="0"/>
            </a:fld>
            <a:endParaRPr lang="zh-CN" altLang="en-US"/>
          </a:p>
        </p:txBody>
      </p:sp>
    </p:spTree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图片与标题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标题 1"/>
          <p:cNvSpPr>
            <a:spLocks noGrp="1"/>
          </p:cNvSpPr>
          <p:nvPr>
            <p:ph type="title" hasCustomPrompt="1"/>
          </p:nvPr>
        </p:nvSpPr>
        <p:spPr>
          <a:xfrm>
            <a:off x="646747" y="127000"/>
            <a:ext cx="4165200" cy="1600200"/>
          </a:xfrm>
        </p:spPr>
        <p:txBody>
          <a:bodyPr anchor="ctr" anchorCtr="0">
            <a:normAutofit/>
          </a:bodyPr>
          <a:lstStyle>
            <a:lvl1pPr>
              <a:defRPr sz="3200" b="0">
                <a:effectLst/>
              </a:defRPr>
            </a:lvl1pPr>
          </a:lstStyle>
          <a:p>
            <a:r>
              <a:rPr lang="zh-CN" altLang="en-US" dirty="0"/>
              <a:t>单击此处编辑标题</a:t>
            </a:r>
            <a:endParaRPr lang="zh-CN" altLang="en-US" dirty="0"/>
          </a:p>
        </p:txBody>
      </p:sp>
      <p:sp>
        <p:nvSpPr>
          <p:cNvPr id="3" name="图片占位符 2"/>
          <p:cNvSpPr>
            <a:spLocks noGrp="1" noChangeAspect="1"/>
          </p:cNvSpPr>
          <p:nvPr>
            <p:ph type="pic" idx="1"/>
          </p:nvPr>
        </p:nvSpPr>
        <p:spPr>
          <a:xfrm>
            <a:off x="5184000" y="766354"/>
            <a:ext cx="5817375" cy="5094446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zh-CN" altLang="en-US" dirty="0"/>
          </a:p>
        </p:txBody>
      </p:sp>
      <p:sp>
        <p:nvSpPr>
          <p:cNvPr id="4" name="文本占位符 3"/>
          <p:cNvSpPr>
            <a:spLocks noGrp="1"/>
          </p:cNvSpPr>
          <p:nvPr>
            <p:ph type="body" sz="half" idx="2"/>
          </p:nvPr>
        </p:nvSpPr>
        <p:spPr>
          <a:xfrm>
            <a:off x="651827" y="2057400"/>
            <a:ext cx="4165200" cy="3811588"/>
          </a:xfrm>
        </p:spPr>
        <p:txBody>
          <a:bodyPr>
            <a:normAutofit/>
          </a:bodyPr>
          <a:lstStyle>
            <a:lvl1pPr marL="0" indent="0">
              <a:lnSpc>
                <a:spcPct val="150000"/>
              </a:lnSpc>
              <a:buNone/>
              <a:defRPr sz="20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zh-CN" altLang="en-US" dirty="0"/>
              <a:t>单击此处编辑母版文本样式</a:t>
            </a:r>
            <a:endParaRPr lang="zh-CN" altLang="en-US" dirty="0"/>
          </a:p>
        </p:txBody>
      </p:sp>
      <p:sp>
        <p:nvSpPr>
          <p:cNvPr id="5" name="日期占位符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9EFD9D74-47D9-4702-A33C-335B63B48DBF}" type="datetimeFigureOut">
              <a:rPr lang="zh-CN" altLang="en-US" smtClean="0"/>
            </a:fld>
            <a:endParaRPr lang="zh-CN" altLang="en-US" dirty="0"/>
          </a:p>
        </p:txBody>
      </p:sp>
      <p:sp>
        <p:nvSpPr>
          <p:cNvPr id="6" name="页脚占位符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zh-CN" altLang="en-US" dirty="0"/>
          </a:p>
        </p:txBody>
      </p:sp>
      <p:sp>
        <p:nvSpPr>
          <p:cNvPr id="7" name="灯片编号占位符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FABC47A4-756D-490B-A52F-7D9E2C9FC05F}" type="slidenum">
              <a:rPr lang="zh-CN" altLang="en-US" smtClean="0"/>
            </a:fld>
            <a:endParaRPr lang="zh-CN" altLang="en-US"/>
          </a:p>
        </p:txBody>
      </p:sp>
    </p:spTree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竖排标题与文本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竖排标题 1"/>
          <p:cNvSpPr>
            <a:spLocks noGrp="1"/>
          </p:cNvSpPr>
          <p:nvPr>
            <p:ph type="title" orient="vert"/>
          </p:nvPr>
        </p:nvSpPr>
        <p:spPr>
          <a:xfrm>
            <a:off x="9824484" y="365125"/>
            <a:ext cx="1529316" cy="5811838"/>
          </a:xfrm>
        </p:spPr>
        <p:txBody>
          <a:bodyPr vert="eaVert">
            <a:normAutofit/>
          </a:bodyPr>
          <a:lstStyle>
            <a:lvl1pPr>
              <a:defRPr sz="4400"/>
            </a:lvl1pPr>
          </a:lstStyle>
          <a:p>
            <a:r>
              <a:rPr lang="zh-CN" altLang="en-US" dirty="0"/>
              <a:t>单击此处编辑母版标题样式</a:t>
            </a:r>
            <a:endParaRPr lang="zh-CN" altLang="en-US" dirty="0"/>
          </a:p>
        </p:txBody>
      </p:sp>
      <p:sp>
        <p:nvSpPr>
          <p:cNvPr id="3" name="竖排文字占位符 2"/>
          <p:cNvSpPr>
            <a:spLocks noGrp="1"/>
          </p:cNvSpPr>
          <p:nvPr>
            <p:ph type="body" orient="vert" idx="1"/>
          </p:nvPr>
        </p:nvSpPr>
        <p:spPr>
          <a:xfrm>
            <a:off x="838200" y="365125"/>
            <a:ext cx="8879958" cy="5811838"/>
          </a:xfrm>
        </p:spPr>
        <p:txBody>
          <a:bodyPr vert="eaVert"/>
          <a:lstStyle/>
          <a:p>
            <a:pPr lvl="0"/>
            <a:r>
              <a:rPr lang="zh-CN" altLang="en-US" dirty="0"/>
              <a:t>单击此处编辑母版文本样式</a:t>
            </a:r>
            <a:endParaRPr lang="zh-CN" altLang="en-US" dirty="0"/>
          </a:p>
          <a:p>
            <a:pPr lvl="1"/>
            <a:r>
              <a:rPr lang="zh-CN" altLang="en-US" dirty="0"/>
              <a:t>第二级</a:t>
            </a:r>
            <a:endParaRPr lang="zh-CN" altLang="en-US" dirty="0"/>
          </a:p>
          <a:p>
            <a:pPr lvl="2"/>
            <a:r>
              <a:rPr lang="zh-CN" altLang="en-US" dirty="0"/>
              <a:t>第三级</a:t>
            </a:r>
            <a:endParaRPr lang="zh-CN" altLang="en-US" dirty="0"/>
          </a:p>
          <a:p>
            <a:pPr lvl="3"/>
            <a:r>
              <a:rPr lang="zh-CN" altLang="en-US" dirty="0"/>
              <a:t>第四级</a:t>
            </a:r>
            <a:endParaRPr lang="zh-CN" altLang="en-US" dirty="0"/>
          </a:p>
          <a:p>
            <a:pPr lvl="4"/>
            <a:r>
              <a:rPr lang="zh-CN" altLang="en-US" dirty="0"/>
              <a:t>第五级</a:t>
            </a:r>
            <a:endParaRPr lang="zh-CN" altLang="en-US" dirty="0"/>
          </a:p>
        </p:txBody>
      </p:sp>
      <p:sp>
        <p:nvSpPr>
          <p:cNvPr id="4" name="日期占位符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760FBDFE-C587-4B4C-A407-44438C67B59E}" type="datetimeFigureOut">
              <a:rPr lang="zh-CN" altLang="en-US" smtClean="0"/>
            </a:fld>
            <a:endParaRPr lang="zh-CN" altLang="en-US"/>
          </a:p>
        </p:txBody>
      </p:sp>
      <p:sp>
        <p:nvSpPr>
          <p:cNvPr id="5" name="页脚占位符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zh-CN" altLang="en-US"/>
          </a:p>
        </p:txBody>
      </p:sp>
      <p:sp>
        <p:nvSpPr>
          <p:cNvPr id="6" name="灯片编号占位符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49AE70B2-8BF9-45C0-BB95-33D1B9D3A854}" type="slidenum">
              <a:rPr lang="zh-CN" altLang="en-US" smtClean="0"/>
            </a:fld>
            <a:endParaRPr lang="zh-CN" altLang="en-US"/>
          </a:p>
        </p:txBody>
      </p:sp>
    </p:spTree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内容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日期占位符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760FBDFE-C587-4B4C-A407-44438C67B59E}" type="datetimeFigureOut">
              <a:rPr lang="zh-CN" altLang="en-US" smtClean="0"/>
            </a:fld>
            <a:endParaRPr lang="zh-CN" altLang="en-US"/>
          </a:p>
        </p:txBody>
      </p:sp>
      <p:sp>
        <p:nvSpPr>
          <p:cNvPr id="4" name="页脚占位符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zh-CN" altLang="en-US"/>
          </a:p>
        </p:txBody>
      </p:sp>
      <p:sp>
        <p:nvSpPr>
          <p:cNvPr id="5" name="灯片编号占位符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49AE70B2-8BF9-45C0-BB95-33D1B9D3A854}" type="slidenum">
              <a:rPr lang="zh-CN" altLang="en-US" smtClean="0"/>
            </a:fld>
            <a:endParaRPr lang="zh-CN" altLang="en-US"/>
          </a:p>
        </p:txBody>
      </p:sp>
      <p:sp>
        <p:nvSpPr>
          <p:cNvPr id="7" name="内容占位符 6"/>
          <p:cNvSpPr>
            <a:spLocks noGrp="1"/>
          </p:cNvSpPr>
          <p:nvPr>
            <p:ph sz="quarter" idx="13"/>
          </p:nvPr>
        </p:nvSpPr>
        <p:spPr>
          <a:xfrm>
            <a:off x="838200" y="551543"/>
            <a:ext cx="10515600" cy="5558971"/>
          </a:xfrm>
        </p:spPr>
        <p:txBody>
          <a:bodyPr/>
          <a:lstStyle/>
          <a:p>
            <a:pPr lvl="0"/>
            <a:r>
              <a:rPr lang="zh-CN" altLang="en-US" dirty="0"/>
              <a:t>单击此处编辑母版文本样式</a:t>
            </a:r>
            <a:endParaRPr lang="zh-CN" altLang="en-US" dirty="0"/>
          </a:p>
          <a:p>
            <a:pPr lvl="1"/>
            <a:r>
              <a:rPr lang="zh-CN" altLang="en-US" dirty="0"/>
              <a:t>第二级</a:t>
            </a:r>
            <a:endParaRPr lang="zh-CN" altLang="en-US" dirty="0"/>
          </a:p>
          <a:p>
            <a:pPr lvl="2"/>
            <a:r>
              <a:rPr lang="zh-CN" altLang="en-US" dirty="0"/>
              <a:t>第三级</a:t>
            </a:r>
            <a:endParaRPr lang="zh-CN" altLang="en-US" dirty="0"/>
          </a:p>
          <a:p>
            <a:pPr lvl="3"/>
            <a:r>
              <a:rPr lang="zh-CN" altLang="en-US" dirty="0"/>
              <a:t>第四级</a:t>
            </a:r>
            <a:endParaRPr lang="zh-CN" altLang="en-US" dirty="0"/>
          </a:p>
          <a:p>
            <a:pPr lvl="4"/>
            <a:r>
              <a:rPr lang="zh-CN" altLang="en-US" dirty="0"/>
              <a:t>第五级</a:t>
            </a:r>
            <a:endParaRPr lang="zh-CN" altLang="en-US" dirty="0"/>
          </a:p>
        </p:txBody>
      </p:sp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9" Type="http://schemas.openxmlformats.org/officeDocument/2006/relationships/slideLayout" Target="../slideLayouts/slideLayout9.xml"/><Relationship Id="rId8" Type="http://schemas.openxmlformats.org/officeDocument/2006/relationships/slideLayout" Target="../slideLayouts/slideLayout8.xml"/><Relationship Id="rId7" Type="http://schemas.openxmlformats.org/officeDocument/2006/relationships/slideLayout" Target="../slideLayouts/slideLayout7.xml"/><Relationship Id="rId6" Type="http://schemas.openxmlformats.org/officeDocument/2006/relationships/slideLayout" Target="../slideLayouts/slideLayout6.xml"/><Relationship Id="rId5" Type="http://schemas.openxmlformats.org/officeDocument/2006/relationships/slideLayout" Target="../slideLayouts/slideLayout5.xml"/><Relationship Id="rId4" Type="http://schemas.openxmlformats.org/officeDocument/2006/relationships/slideLayout" Target="../slideLayouts/slideLayout4.xml"/><Relationship Id="rId3" Type="http://schemas.openxmlformats.org/officeDocument/2006/relationships/slideLayout" Target="../slideLayouts/slideLayout3.xml"/><Relationship Id="rId2" Type="http://schemas.openxmlformats.org/officeDocument/2006/relationships/slideLayout" Target="../slideLayouts/slideLayout2.xml"/><Relationship Id="rId11" Type="http://schemas.openxmlformats.org/officeDocument/2006/relationships/theme" Target="../theme/theme1.xml"/><Relationship Id="rId10" Type="http://schemas.openxmlformats.org/officeDocument/2006/relationships/slideLayout" Target="../slideLayouts/slideLayout10.xml"/><Relationship Id="rId1" Type="http://schemas.openxmlformats.org/officeDocument/2006/relationships/slideLayout" Target="../slideLayouts/slideLayout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bg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标题占位符 1"/>
          <p:cNvSpPr>
            <a:spLocks noGrp="1"/>
          </p:cNvSpPr>
          <p:nvPr>
            <p:ph type="title"/>
          </p:nvPr>
        </p:nvSpPr>
        <p:spPr>
          <a:xfrm>
            <a:off x="838200" y="365125"/>
            <a:ext cx="10515600" cy="1325563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zh-CN" altLang="en-US" dirty="0"/>
              <a:t>单击此处编辑母版标题样式</a:t>
            </a:r>
            <a:endParaRPr lang="zh-CN" altLang="en-US" dirty="0"/>
          </a:p>
        </p:txBody>
      </p:sp>
      <p:sp>
        <p:nvSpPr>
          <p:cNvPr id="3" name="文本占位符 2"/>
          <p:cNvSpPr>
            <a:spLocks noGrp="1"/>
          </p:cNvSpPr>
          <p:nvPr>
            <p:ph type="body" idx="1"/>
          </p:nvPr>
        </p:nvSpPr>
        <p:spPr>
          <a:xfrm>
            <a:off x="838200" y="1825625"/>
            <a:ext cx="10515600" cy="4351338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zh-CN" altLang="en-US" dirty="0"/>
              <a:t>单击此处编辑母版文本样式</a:t>
            </a:r>
            <a:endParaRPr lang="zh-CN" altLang="en-US" dirty="0"/>
          </a:p>
          <a:p>
            <a:pPr lvl="1"/>
            <a:r>
              <a:rPr lang="zh-CN" altLang="en-US" dirty="0"/>
              <a:t>第二级</a:t>
            </a:r>
            <a:endParaRPr lang="zh-CN" altLang="en-US" dirty="0"/>
          </a:p>
          <a:p>
            <a:pPr lvl="2"/>
            <a:r>
              <a:rPr lang="zh-CN" altLang="en-US" dirty="0"/>
              <a:t>第三级</a:t>
            </a:r>
            <a:endParaRPr lang="zh-CN" altLang="en-US" dirty="0"/>
          </a:p>
          <a:p>
            <a:pPr lvl="3"/>
            <a:r>
              <a:rPr lang="zh-CN" altLang="en-US" dirty="0"/>
              <a:t>第四级</a:t>
            </a:r>
            <a:endParaRPr lang="zh-CN" altLang="en-US" dirty="0"/>
          </a:p>
          <a:p>
            <a:pPr lvl="4"/>
            <a:r>
              <a:rPr lang="zh-CN" altLang="en-US" dirty="0"/>
              <a:t>第五级</a:t>
            </a:r>
            <a:endParaRPr lang="zh-CN" altLang="en-US" dirty="0"/>
          </a:p>
        </p:txBody>
      </p:sp>
      <p:sp>
        <p:nvSpPr>
          <p:cNvPr id="4" name="日期占位符 3"/>
          <p:cNvSpPr>
            <a:spLocks noGrp="1"/>
          </p:cNvSpPr>
          <p:nvPr>
            <p:ph type="dt" sz="half" idx="2"/>
          </p:nvPr>
        </p:nvSpPr>
        <p:spPr>
          <a:xfrm>
            <a:off x="8382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760FBDFE-C587-4B4C-A407-44438C67B59E}" type="datetimeFigureOut">
              <a:rPr lang="zh-CN" altLang="en-US" smtClean="0"/>
            </a:fld>
            <a:endParaRPr lang="zh-CN" altLang="en-US" dirty="0"/>
          </a:p>
        </p:txBody>
      </p:sp>
      <p:sp>
        <p:nvSpPr>
          <p:cNvPr id="5" name="页脚占位符 4"/>
          <p:cNvSpPr>
            <a:spLocks noGrp="1"/>
          </p:cNvSpPr>
          <p:nvPr>
            <p:ph type="ftr" sz="quarter" idx="3"/>
          </p:nvPr>
        </p:nvSpPr>
        <p:spPr>
          <a:xfrm>
            <a:off x="4038600" y="6356350"/>
            <a:ext cx="4114800" cy="365125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zh-CN" altLang="en-US"/>
          </a:p>
        </p:txBody>
      </p:sp>
      <p:sp>
        <p:nvSpPr>
          <p:cNvPr id="6" name="灯片编号占位符 5"/>
          <p:cNvSpPr>
            <a:spLocks noGrp="1"/>
          </p:cNvSpPr>
          <p:nvPr>
            <p:ph type="sldNum" sz="quarter" idx="4"/>
          </p:nvPr>
        </p:nvSpPr>
        <p:spPr>
          <a:xfrm>
            <a:off x="86106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49AE70B2-8BF9-45C0-BB95-33D1B9D3A854}" type="slidenum">
              <a:rPr lang="zh-CN" altLang="en-US" smtClean="0"/>
            </a:fld>
            <a:endParaRPr lang="zh-CN" altLang="en-US"/>
          </a:p>
        </p:txBody>
      </p:sp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</p:sldLayoutIdLst>
  <p:txStyles>
    <p:titleStyle>
      <a:lvl1pPr algn="l" defTabSz="914400" rtl="0" eaLnBrk="1" latinLnBrk="0" hangingPunct="1">
        <a:lnSpc>
          <a:spcPct val="90000"/>
        </a:lnSpc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228600" indent="-228600" algn="l" defTabSz="914400" rtl="0" eaLnBrk="1" latinLnBrk="0" hangingPunct="1">
        <a:lnSpc>
          <a:spcPct val="90000"/>
        </a:lnSpc>
        <a:spcBef>
          <a:spcPts val="1000"/>
        </a:spcBef>
        <a:buFont typeface="Arial" panose="020B0704020202020204" pitchFamily="34" charset="0"/>
        <a:buChar char="•"/>
        <a:defRPr sz="2800" kern="1200">
          <a:solidFill>
            <a:schemeClr val="tx1"/>
          </a:solidFill>
          <a:latin typeface="+mn-lt"/>
          <a:ea typeface="+mn-ea"/>
          <a:cs typeface="+mn-cs"/>
        </a:defRPr>
      </a:lvl1pPr>
      <a:lvl2pPr marL="685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704020202020204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7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7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7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7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7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7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7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zh-CN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.xml"/><Relationship Id="rId1" Type="http://schemas.openxmlformats.org/officeDocument/2006/relationships/slideLayout" Target="../slideLayouts/slideLayout1.xml"/></Relationships>
</file>

<file path=ppt/slides/_rels/slide2.xml.rels><?xml version="1.0" encoding="UTF-8" standalone="yes"?>
<Relationships xmlns="http://schemas.openxmlformats.org/package/2006/relationships"><Relationship Id="rId4" Type="http://schemas.openxmlformats.org/officeDocument/2006/relationships/slideLayout" Target="../slideLayouts/slideLayout1.xml"/><Relationship Id="rId3" Type="http://schemas.openxmlformats.org/officeDocument/2006/relationships/tags" Target="../tags/tag3.xml"/><Relationship Id="rId2" Type="http://schemas.openxmlformats.org/officeDocument/2006/relationships/tags" Target="../tags/tag2.xml"/><Relationship Id="rId1" Type="http://schemas.openxmlformats.org/officeDocument/2006/relationships/tags" Target="../tags/tag1.xml"/></Relationships>
</file>

<file path=ppt/slides/_rels/slide3.xml.rels><?xml version="1.0" encoding="UTF-8" standalone="yes"?>
<Relationships xmlns="http://schemas.openxmlformats.org/package/2006/relationships"><Relationship Id="rId9" Type="http://schemas.openxmlformats.org/officeDocument/2006/relationships/image" Target="../media/image4.png"/><Relationship Id="rId8" Type="http://schemas.openxmlformats.org/officeDocument/2006/relationships/tags" Target="../tags/tag8.xml"/><Relationship Id="rId7" Type="http://schemas.openxmlformats.org/officeDocument/2006/relationships/image" Target="../media/image3.png"/><Relationship Id="rId6" Type="http://schemas.openxmlformats.org/officeDocument/2006/relationships/tags" Target="../tags/tag7.xml"/><Relationship Id="rId5" Type="http://schemas.openxmlformats.org/officeDocument/2006/relationships/tags" Target="../tags/tag6.xml"/><Relationship Id="rId4" Type="http://schemas.openxmlformats.org/officeDocument/2006/relationships/image" Target="../media/image2.png"/><Relationship Id="rId32" Type="http://schemas.openxmlformats.org/officeDocument/2006/relationships/slideLayout" Target="../slideLayouts/slideLayout1.xml"/><Relationship Id="rId31" Type="http://schemas.openxmlformats.org/officeDocument/2006/relationships/tags" Target="../tags/tag26.xml"/><Relationship Id="rId30" Type="http://schemas.openxmlformats.org/officeDocument/2006/relationships/tags" Target="../tags/tag25.xml"/><Relationship Id="rId3" Type="http://schemas.openxmlformats.org/officeDocument/2006/relationships/tags" Target="../tags/tag5.xml"/><Relationship Id="rId29" Type="http://schemas.openxmlformats.org/officeDocument/2006/relationships/tags" Target="../tags/tag24.xml"/><Relationship Id="rId28" Type="http://schemas.openxmlformats.org/officeDocument/2006/relationships/tags" Target="../tags/tag23.xml"/><Relationship Id="rId27" Type="http://schemas.openxmlformats.org/officeDocument/2006/relationships/tags" Target="../tags/tag22.xml"/><Relationship Id="rId26" Type="http://schemas.openxmlformats.org/officeDocument/2006/relationships/tags" Target="../tags/tag21.xml"/><Relationship Id="rId25" Type="http://schemas.openxmlformats.org/officeDocument/2006/relationships/tags" Target="../tags/tag20.xml"/><Relationship Id="rId24" Type="http://schemas.openxmlformats.org/officeDocument/2006/relationships/tags" Target="../tags/tag19.xml"/><Relationship Id="rId23" Type="http://schemas.openxmlformats.org/officeDocument/2006/relationships/tags" Target="../tags/tag18.xml"/><Relationship Id="rId22" Type="http://schemas.openxmlformats.org/officeDocument/2006/relationships/image" Target="../media/image8.png"/><Relationship Id="rId21" Type="http://schemas.openxmlformats.org/officeDocument/2006/relationships/tags" Target="../tags/tag17.xml"/><Relationship Id="rId20" Type="http://schemas.openxmlformats.org/officeDocument/2006/relationships/tags" Target="../tags/tag16.xml"/><Relationship Id="rId2" Type="http://schemas.openxmlformats.org/officeDocument/2006/relationships/image" Target="../media/image1.png"/><Relationship Id="rId19" Type="http://schemas.openxmlformats.org/officeDocument/2006/relationships/image" Target="../media/image7.png"/><Relationship Id="rId18" Type="http://schemas.openxmlformats.org/officeDocument/2006/relationships/tags" Target="../tags/tag15.xml"/><Relationship Id="rId17" Type="http://schemas.openxmlformats.org/officeDocument/2006/relationships/tags" Target="../tags/tag14.xml"/><Relationship Id="rId16" Type="http://schemas.openxmlformats.org/officeDocument/2006/relationships/image" Target="../media/image6.png"/><Relationship Id="rId15" Type="http://schemas.openxmlformats.org/officeDocument/2006/relationships/tags" Target="../tags/tag13.xml"/><Relationship Id="rId14" Type="http://schemas.openxmlformats.org/officeDocument/2006/relationships/tags" Target="../tags/tag12.xml"/><Relationship Id="rId13" Type="http://schemas.openxmlformats.org/officeDocument/2006/relationships/tags" Target="../tags/tag11.xml"/><Relationship Id="rId12" Type="http://schemas.openxmlformats.org/officeDocument/2006/relationships/tags" Target="../tags/tag10.xml"/><Relationship Id="rId11" Type="http://schemas.openxmlformats.org/officeDocument/2006/relationships/image" Target="../media/image5.png"/><Relationship Id="rId10" Type="http://schemas.openxmlformats.org/officeDocument/2006/relationships/tags" Target="../tags/tag9.xml"/><Relationship Id="rId1" Type="http://schemas.openxmlformats.org/officeDocument/2006/relationships/tags" Target="../tags/tag4.xml"/></Relationships>
</file>

<file path=ppt/slides/_rels/slide4.xml.rels><?xml version="1.0" encoding="UTF-8" standalone="yes"?>
<Relationships xmlns="http://schemas.openxmlformats.org/package/2006/relationships"><Relationship Id="rId3" Type="http://schemas.openxmlformats.org/officeDocument/2006/relationships/slideLayout" Target="../slideLayouts/slideLayout1.xml"/><Relationship Id="rId2" Type="http://schemas.openxmlformats.org/officeDocument/2006/relationships/image" Target="../media/image9.png"/><Relationship Id="rId1" Type="http://schemas.openxmlformats.org/officeDocument/2006/relationships/tags" Target="../tags/tag27.xml"/></Relationships>
</file>

<file path=ppt/slides/_rels/slide5.xml.rels><?xml version="1.0" encoding="UTF-8" standalone="yes"?>
<Relationships xmlns="http://schemas.openxmlformats.org/package/2006/relationships"><Relationship Id="rId9" Type="http://schemas.openxmlformats.org/officeDocument/2006/relationships/tags" Target="../tags/tag33.xml"/><Relationship Id="rId8" Type="http://schemas.openxmlformats.org/officeDocument/2006/relationships/image" Target="../media/image8.png"/><Relationship Id="rId7" Type="http://schemas.openxmlformats.org/officeDocument/2006/relationships/tags" Target="../tags/tag32.xml"/><Relationship Id="rId6" Type="http://schemas.openxmlformats.org/officeDocument/2006/relationships/tags" Target="../tags/tag31.xml"/><Relationship Id="rId5" Type="http://schemas.openxmlformats.org/officeDocument/2006/relationships/image" Target="../media/image6.png"/><Relationship Id="rId4" Type="http://schemas.openxmlformats.org/officeDocument/2006/relationships/tags" Target="../tags/tag30.xml"/><Relationship Id="rId3" Type="http://schemas.openxmlformats.org/officeDocument/2006/relationships/tags" Target="../tags/tag29.xml"/><Relationship Id="rId2" Type="http://schemas.openxmlformats.org/officeDocument/2006/relationships/image" Target="../media/image7.png"/><Relationship Id="rId13" Type="http://schemas.openxmlformats.org/officeDocument/2006/relationships/slideLayout" Target="../slideLayouts/slideLayout1.xml"/><Relationship Id="rId12" Type="http://schemas.openxmlformats.org/officeDocument/2006/relationships/tags" Target="../tags/tag35.xml"/><Relationship Id="rId11" Type="http://schemas.openxmlformats.org/officeDocument/2006/relationships/image" Target="../media/image10.png"/><Relationship Id="rId10" Type="http://schemas.openxmlformats.org/officeDocument/2006/relationships/tags" Target="../tags/tag34.xml"/><Relationship Id="rId1" Type="http://schemas.openxmlformats.org/officeDocument/2006/relationships/tags" Target="../tags/tag28.xml"/></Relationships>
</file>

<file path=ppt/slides/_rels/slide6.xml.rels><?xml version="1.0" encoding="UTF-8" standalone="yes"?>
<Relationships xmlns="http://schemas.openxmlformats.org/package/2006/relationships"><Relationship Id="rId7" Type="http://schemas.openxmlformats.org/officeDocument/2006/relationships/notesSlide" Target="../notesSlides/notesSlide2.xml"/><Relationship Id="rId6" Type="http://schemas.openxmlformats.org/officeDocument/2006/relationships/slideLayout" Target="../slideLayouts/slideLayout1.xml"/><Relationship Id="rId5" Type="http://schemas.openxmlformats.org/officeDocument/2006/relationships/tags" Target="../tags/tag38.xml"/><Relationship Id="rId4" Type="http://schemas.openxmlformats.org/officeDocument/2006/relationships/image" Target="../media/image11.png"/><Relationship Id="rId3" Type="http://schemas.openxmlformats.org/officeDocument/2006/relationships/tags" Target="../tags/tag37.xml"/><Relationship Id="rId2" Type="http://schemas.openxmlformats.org/officeDocument/2006/relationships/image" Target="../media/image5.png"/><Relationship Id="rId1" Type="http://schemas.openxmlformats.org/officeDocument/2006/relationships/tags" Target="../tags/tag36.xml"/></Relationships>
</file>

<file path=ppt/slides/_rels/slide7.xml.rels><?xml version="1.0" encoding="UTF-8" standalone="yes"?>
<Relationships xmlns="http://schemas.openxmlformats.org/package/2006/relationships"><Relationship Id="rId3" Type="http://schemas.openxmlformats.org/officeDocument/2006/relationships/slideLayout" Target="../slideLayouts/slideLayout1.xml"/><Relationship Id="rId2" Type="http://schemas.openxmlformats.org/officeDocument/2006/relationships/image" Target="../media/image12.png"/><Relationship Id="rId1" Type="http://schemas.openxmlformats.org/officeDocument/2006/relationships/tags" Target="../tags/tag39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9.xml.rels><?xml version="1.0" encoding="UTF-8" standalone="yes"?>
<Relationships xmlns="http://schemas.openxmlformats.org/package/2006/relationships"><Relationship Id="rId9" Type="http://schemas.openxmlformats.org/officeDocument/2006/relationships/slideLayout" Target="../slideLayouts/slideLayout1.xml"/><Relationship Id="rId8" Type="http://schemas.openxmlformats.org/officeDocument/2006/relationships/tags" Target="../tags/tag44.xml"/><Relationship Id="rId7" Type="http://schemas.openxmlformats.org/officeDocument/2006/relationships/tags" Target="../tags/tag43.xml"/><Relationship Id="rId6" Type="http://schemas.openxmlformats.org/officeDocument/2006/relationships/image" Target="../media/image15.png"/><Relationship Id="rId5" Type="http://schemas.openxmlformats.org/officeDocument/2006/relationships/tags" Target="../tags/tag42.xml"/><Relationship Id="rId4" Type="http://schemas.openxmlformats.org/officeDocument/2006/relationships/image" Target="../media/image14.png"/><Relationship Id="rId3" Type="http://schemas.openxmlformats.org/officeDocument/2006/relationships/tags" Target="../tags/tag41.xml"/><Relationship Id="rId2" Type="http://schemas.openxmlformats.org/officeDocument/2006/relationships/image" Target="../media/image13.png"/><Relationship Id="rId1" Type="http://schemas.openxmlformats.org/officeDocument/2006/relationships/tags" Target="../tags/tag40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标题 1"/>
          <p:cNvSpPr>
            <a:spLocks noGrp="1"/>
          </p:cNvSpPr>
          <p:nvPr>
            <p:ph type="ctrTitle"/>
          </p:nvPr>
        </p:nvSpPr>
        <p:spPr/>
        <p:txBody>
          <a:bodyPr/>
          <a:lstStyle/>
          <a:p>
            <a:r>
              <a:rPr lang="en-US" altLang="zh-CN" dirty="0">
                <a:effectLst/>
              </a:rPr>
              <a:t>GCG</a:t>
            </a:r>
            <a:endParaRPr lang="en-US" altLang="zh-CN" dirty="0">
              <a:effectLst/>
            </a:endParaRPr>
          </a:p>
        </p:txBody>
      </p:sp>
      <p:sp>
        <p:nvSpPr>
          <p:cNvPr id="5" name="副标题 4"/>
          <p:cNvSpPr>
            <a:spLocks noGrp="1"/>
          </p:cNvSpPr>
          <p:nvPr>
            <p:ph type="subTitle" idx="1"/>
          </p:nvPr>
        </p:nvSpPr>
        <p:spPr/>
        <p:txBody>
          <a:bodyPr/>
          <a:lstStyle/>
          <a:p>
            <a:endParaRPr lang="zh-CN" altLang="en-US" dirty="0">
              <a:latin typeface="+mn-lt"/>
            </a:endParaRP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/>
      <p:sp>
        <p:nvSpPr>
          <p:cNvPr id="16" name="矩形: 圆角 36"/>
          <p:cNvSpPr/>
          <p:nvPr>
            <p:custDataLst>
              <p:tags r:id="rId1"/>
            </p:custDataLst>
          </p:nvPr>
        </p:nvSpPr>
        <p:spPr>
          <a:xfrm rot="10800000" flipV="1">
            <a:off x="180975" y="285115"/>
            <a:ext cx="6445250" cy="6193790"/>
          </a:xfrm>
          <a:prstGeom prst="roundRect">
            <a:avLst>
              <a:gd name="adj" fmla="val 10039"/>
            </a:avLst>
          </a:prstGeom>
          <a:noFill/>
          <a:ln w="38100">
            <a:solidFill>
              <a:schemeClr val="tx1"/>
            </a:solidFill>
            <a:prstDash val="lgDash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p>
            <a:pPr algn="ctr"/>
            <a:endParaRPr lang="zh-CN" altLang="en-US"/>
          </a:p>
        </p:txBody>
      </p:sp>
      <p:sp>
        <p:nvSpPr>
          <p:cNvPr id="8" name="文本框 7"/>
          <p:cNvSpPr txBox="1"/>
          <p:nvPr>
            <p:custDataLst>
              <p:tags r:id="rId2"/>
            </p:custDataLst>
          </p:nvPr>
        </p:nvSpPr>
        <p:spPr>
          <a:xfrm>
            <a:off x="1991360" y="652780"/>
            <a:ext cx="3195320" cy="548640"/>
          </a:xfrm>
          <a:prstGeom prst="rect">
            <a:avLst/>
          </a:prstGeom>
          <a:noFill/>
        </p:spPr>
        <p:txBody>
          <a:bodyPr wrap="square" rtlCol="0">
            <a:noAutofit/>
          </a:bodyPr>
          <a:p>
            <a:pPr algn="ctr"/>
            <a:r>
              <a:rPr lang="zh-CN" altLang="en-US" sz="1400" b="1">
                <a:latin typeface="微软雅黑" charset="0"/>
                <a:ea typeface="微软雅黑" charset="0"/>
                <a:cs typeface="微软雅黑" charset="0"/>
              </a:rPr>
              <a:t>初始的</a:t>
            </a:r>
            <a:r>
              <a:rPr lang="en-US" altLang="zh-CN" sz="1400" b="1">
                <a:latin typeface="微软雅黑" charset="0"/>
                <a:ea typeface="微软雅黑" charset="0"/>
                <a:cs typeface="微软雅黑" charset="0"/>
              </a:rPr>
              <a:t>GPT-3</a:t>
            </a:r>
            <a:r>
              <a:rPr lang="zh-CN" altLang="en-US" sz="1400" b="1">
                <a:latin typeface="微软雅黑" charset="0"/>
                <a:ea typeface="微软雅黑" charset="0"/>
                <a:cs typeface="微软雅黑" charset="0"/>
              </a:rPr>
              <a:t>存在</a:t>
            </a:r>
            <a:br>
              <a:rPr lang="zh-CN" altLang="en-US" sz="1400" b="1">
                <a:latin typeface="微软雅黑" charset="0"/>
                <a:ea typeface="微软雅黑" charset="0"/>
                <a:cs typeface="微软雅黑" charset="0"/>
              </a:rPr>
            </a:br>
            <a:r>
              <a:rPr lang="zh-CN" altLang="en-US" sz="1400" b="1">
                <a:latin typeface="微软雅黑" charset="0"/>
                <a:ea typeface="微软雅黑" charset="0"/>
                <a:cs typeface="微软雅黑" charset="0"/>
              </a:rPr>
              <a:t>回答不符合预期，风格混乱等</a:t>
            </a:r>
            <a:r>
              <a:rPr lang="zh-CN" altLang="en-US" sz="1400" b="1">
                <a:latin typeface="微软雅黑" charset="0"/>
                <a:ea typeface="微软雅黑" charset="0"/>
                <a:cs typeface="微软雅黑" charset="0"/>
              </a:rPr>
              <a:t>问题</a:t>
            </a:r>
            <a:endParaRPr lang="zh-CN" altLang="en-US" sz="1400" b="1">
              <a:latin typeface="微软雅黑" charset="0"/>
              <a:ea typeface="微软雅黑" charset="0"/>
              <a:cs typeface="微软雅黑" charset="0"/>
            </a:endParaRPr>
          </a:p>
        </p:txBody>
      </p:sp>
      <p:cxnSp>
        <p:nvCxnSpPr>
          <p:cNvPr id="12" name="直接连接符 11"/>
          <p:cNvCxnSpPr/>
          <p:nvPr>
            <p:custDataLst>
              <p:tags r:id="rId3"/>
            </p:custDataLst>
          </p:nvPr>
        </p:nvCxnSpPr>
        <p:spPr>
          <a:xfrm flipV="1">
            <a:off x="5245100" y="1129665"/>
            <a:ext cx="0" cy="581025"/>
          </a:xfrm>
          <a:prstGeom prst="line">
            <a:avLst/>
          </a:prstGeom>
          <a:ln w="38100">
            <a:solidFill>
              <a:schemeClr val="tx1"/>
            </a:solidFill>
          </a:ln>
        </p:spPr>
        <p:style>
          <a:lnRef idx="2">
            <a:schemeClr val="accent1"/>
          </a:lnRef>
          <a:fillRef idx="0">
            <a:srgbClr val="FFFFFF"/>
          </a:fillRef>
          <a:effectRef idx="0">
            <a:srgbClr val="FFFFFF"/>
          </a:effectRef>
          <a:fontRef idx="minor">
            <a:schemeClr val="tx1"/>
          </a:fontRef>
        </p:style>
      </p:cxn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/>
      <p:pic>
        <p:nvPicPr>
          <p:cNvPr id="5" name="图片 4"/>
          <p:cNvPicPr>
            <a:picLocks noChangeAspect="1"/>
          </p:cNvPicPr>
          <p:nvPr>
            <p:custDataLst>
              <p:tags r:id="rId1"/>
            </p:custDataLst>
          </p:nvPr>
        </p:nvPicPr>
        <p:blipFill>
          <a:blip r:embed="rId2"/>
          <a:stretch>
            <a:fillRect/>
          </a:stretch>
        </p:blipFill>
        <p:spPr>
          <a:xfrm>
            <a:off x="779780" y="1016000"/>
            <a:ext cx="4667250" cy="744220"/>
          </a:xfrm>
          <a:prstGeom prst="rect">
            <a:avLst/>
          </a:prstGeom>
        </p:spPr>
      </p:pic>
      <p:pic>
        <p:nvPicPr>
          <p:cNvPr id="6" name="图片 5"/>
          <p:cNvPicPr>
            <a:picLocks noChangeAspect="1"/>
          </p:cNvPicPr>
          <p:nvPr>
            <p:custDataLst>
              <p:tags r:id="rId3"/>
            </p:custDataLst>
          </p:nvPr>
        </p:nvPicPr>
        <p:blipFill>
          <a:blip r:embed="rId4"/>
          <a:stretch>
            <a:fillRect/>
          </a:stretch>
        </p:blipFill>
        <p:spPr>
          <a:xfrm>
            <a:off x="779145" y="1760220"/>
            <a:ext cx="4667885" cy="727710"/>
          </a:xfrm>
          <a:prstGeom prst="rect">
            <a:avLst/>
          </a:prstGeom>
        </p:spPr>
      </p:pic>
      <p:sp>
        <p:nvSpPr>
          <p:cNvPr id="8" name="文本框 7"/>
          <p:cNvSpPr txBox="1"/>
          <p:nvPr>
            <p:custDataLst>
              <p:tags r:id="rId5"/>
            </p:custDataLst>
          </p:nvPr>
        </p:nvSpPr>
        <p:spPr>
          <a:xfrm>
            <a:off x="4309110" y="4669155"/>
            <a:ext cx="7882890" cy="548640"/>
          </a:xfrm>
          <a:prstGeom prst="rect">
            <a:avLst/>
          </a:prstGeom>
          <a:noFill/>
        </p:spPr>
        <p:txBody>
          <a:bodyPr wrap="square" rtlCol="0">
            <a:noAutofit/>
          </a:bodyPr>
          <a:p>
            <a:pPr algn="ctr"/>
            <a:r>
              <a:rPr sz="1400" b="1">
                <a:latin typeface="微软雅黑" charset="0"/>
                <a:ea typeface="微软雅黑" charset="0"/>
                <a:cs typeface="微软雅黑" charset="0"/>
              </a:rPr>
              <a:t>目标不是修改问题本身（蓝色部分）</a:t>
            </a:r>
            <a:br>
              <a:rPr sz="1400" b="1">
                <a:latin typeface="微软雅黑" charset="0"/>
                <a:ea typeface="微软雅黑" charset="0"/>
                <a:cs typeface="微软雅黑" charset="0"/>
              </a:rPr>
            </a:br>
            <a:r>
              <a:rPr sz="1400" b="1">
                <a:latin typeface="微软雅黑" charset="0"/>
                <a:ea typeface="微软雅黑" charset="0"/>
                <a:cs typeface="微软雅黑" charset="0"/>
              </a:rPr>
              <a:t>而是找到一段红色后缀，能对任意蓝色问题都有效</a:t>
            </a:r>
            <a:endParaRPr sz="1400" b="1">
              <a:latin typeface="微软雅黑" charset="0"/>
              <a:ea typeface="微软雅黑" charset="0"/>
              <a:cs typeface="微软雅黑" charset="0"/>
            </a:endParaRPr>
          </a:p>
        </p:txBody>
      </p:sp>
      <p:pic>
        <p:nvPicPr>
          <p:cNvPr id="9" name="图片 8"/>
          <p:cNvPicPr>
            <a:picLocks noChangeAspect="1"/>
          </p:cNvPicPr>
          <p:nvPr>
            <p:custDataLst>
              <p:tags r:id="rId6"/>
            </p:custDataLst>
          </p:nvPr>
        </p:nvPicPr>
        <p:blipFill>
          <a:blip r:embed="rId7"/>
          <a:stretch>
            <a:fillRect/>
          </a:stretch>
        </p:blipFill>
        <p:spPr>
          <a:xfrm>
            <a:off x="0" y="0"/>
            <a:ext cx="5878830" cy="1028065"/>
          </a:xfrm>
          <a:prstGeom prst="rect">
            <a:avLst/>
          </a:prstGeom>
        </p:spPr>
      </p:pic>
      <p:pic>
        <p:nvPicPr>
          <p:cNvPr id="10" name="图片 9"/>
          <p:cNvPicPr>
            <a:picLocks noChangeAspect="1"/>
          </p:cNvPicPr>
          <p:nvPr>
            <p:custDataLst>
              <p:tags r:id="rId8"/>
            </p:custDataLst>
          </p:nvPr>
        </p:nvPicPr>
        <p:blipFill>
          <a:blip r:embed="rId9"/>
          <a:stretch>
            <a:fillRect/>
          </a:stretch>
        </p:blipFill>
        <p:spPr>
          <a:xfrm>
            <a:off x="6356350" y="4669155"/>
            <a:ext cx="4966970" cy="2201545"/>
          </a:xfrm>
          <a:prstGeom prst="rect">
            <a:avLst/>
          </a:prstGeom>
        </p:spPr>
      </p:pic>
      <p:pic>
        <p:nvPicPr>
          <p:cNvPr id="11" name="图片 10"/>
          <p:cNvPicPr>
            <a:picLocks noChangeAspect="1"/>
          </p:cNvPicPr>
          <p:nvPr>
            <p:custDataLst>
              <p:tags r:id="rId10"/>
            </p:custDataLst>
          </p:nvPr>
        </p:nvPicPr>
        <p:blipFill>
          <a:blip r:embed="rId11"/>
          <a:stretch>
            <a:fillRect/>
          </a:stretch>
        </p:blipFill>
        <p:spPr>
          <a:xfrm>
            <a:off x="0" y="4905375"/>
            <a:ext cx="5879465" cy="1952625"/>
          </a:xfrm>
          <a:prstGeom prst="rect">
            <a:avLst/>
          </a:prstGeom>
        </p:spPr>
      </p:pic>
      <p:sp>
        <p:nvSpPr>
          <p:cNvPr id="12" name="文本框 11"/>
          <p:cNvSpPr txBox="1"/>
          <p:nvPr>
            <p:custDataLst>
              <p:tags r:id="rId12"/>
            </p:custDataLst>
          </p:nvPr>
        </p:nvSpPr>
        <p:spPr>
          <a:xfrm>
            <a:off x="0" y="3303905"/>
            <a:ext cx="5709285" cy="1953260"/>
          </a:xfrm>
          <a:prstGeom prst="rect">
            <a:avLst/>
          </a:prstGeom>
          <a:noFill/>
        </p:spPr>
        <p:txBody>
          <a:bodyPr wrap="square" rtlCol="0">
            <a:noAutofit/>
          </a:bodyPr>
          <a:p>
            <a:pPr algn="l"/>
            <a:r>
              <a:rPr lang="zh-CN" sz="1400" b="1">
                <a:latin typeface="微软雅黑" charset="0"/>
                <a:ea typeface="微软雅黑" charset="0"/>
                <a:cs typeface="微软雅黑" charset="0"/>
              </a:rPr>
              <a:t>针对单个</a:t>
            </a:r>
            <a:r>
              <a:rPr lang="zh-CN" sz="1400" b="1">
                <a:latin typeface="微软雅黑" charset="0"/>
                <a:ea typeface="微软雅黑" charset="0"/>
                <a:cs typeface="微软雅黑" charset="0"/>
              </a:rPr>
              <a:t>危险问题攻击流程为</a:t>
            </a:r>
            <a:r>
              <a:rPr lang="en-US" altLang="zh-CN" sz="1400" b="1">
                <a:latin typeface="微软雅黑" charset="0"/>
                <a:ea typeface="微软雅黑" charset="0"/>
                <a:cs typeface="微软雅黑" charset="0"/>
              </a:rPr>
              <a:t>:</a:t>
            </a:r>
            <a:endParaRPr lang="en-US" altLang="zh-CN" sz="1400" b="1">
              <a:latin typeface="微软雅黑" charset="0"/>
              <a:ea typeface="微软雅黑" charset="0"/>
              <a:cs typeface="微软雅黑" charset="0"/>
            </a:endParaRPr>
          </a:p>
          <a:p>
            <a:pPr algn="l"/>
            <a:r>
              <a:rPr lang="en-US" altLang="zh-CN" sz="1400" b="1">
                <a:latin typeface="微软雅黑" charset="0"/>
                <a:ea typeface="微软雅黑" charset="0"/>
                <a:cs typeface="微软雅黑" charset="0"/>
              </a:rPr>
              <a:t>1. </a:t>
            </a:r>
            <a:r>
              <a:rPr lang="zh-CN" altLang="en-US" sz="1400" b="1">
                <a:latin typeface="微软雅黑" charset="0"/>
                <a:ea typeface="微软雅黑" charset="0"/>
                <a:cs typeface="微软雅黑" charset="0"/>
                <a:sym typeface="+mn-ea"/>
              </a:rPr>
              <a:t>人为的固定</a:t>
            </a:r>
            <a:r>
              <a:rPr lang="zh-CN" altLang="en-US" sz="1400" b="1">
                <a:solidFill>
                  <a:srgbClr val="C00000"/>
                </a:solidFill>
                <a:latin typeface="微软雅黑" charset="0"/>
                <a:ea typeface="微软雅黑" charset="0"/>
                <a:cs typeface="微软雅黑" charset="0"/>
                <a:sym typeface="+mn-ea"/>
              </a:rPr>
              <a:t>攻击句子A</a:t>
            </a:r>
            <a:r>
              <a:rPr lang="en-US" altLang="zh-CN" sz="1400" b="1">
                <a:solidFill>
                  <a:srgbClr val="C00000"/>
                </a:solidFill>
                <a:latin typeface="微软雅黑" charset="0"/>
                <a:ea typeface="微软雅黑" charset="0"/>
                <a:cs typeface="微软雅黑" charset="0"/>
                <a:sym typeface="+mn-ea"/>
              </a:rPr>
              <a:t>(</a:t>
            </a:r>
            <a:r>
              <a:rPr lang="zh-CN" altLang="en-US" sz="1400" b="1">
                <a:solidFill>
                  <a:srgbClr val="C00000"/>
                </a:solidFill>
                <a:latin typeface="微软雅黑" charset="0"/>
                <a:ea typeface="微软雅黑" charset="0"/>
                <a:cs typeface="微软雅黑" charset="0"/>
                <a:sym typeface="+mn-ea"/>
              </a:rPr>
              <a:t>红色部分</a:t>
            </a:r>
            <a:r>
              <a:rPr lang="en-US" altLang="zh-CN" sz="1400" b="1">
                <a:solidFill>
                  <a:srgbClr val="C00000"/>
                </a:solidFill>
                <a:latin typeface="微软雅黑" charset="0"/>
                <a:ea typeface="微软雅黑" charset="0"/>
                <a:cs typeface="微软雅黑" charset="0"/>
                <a:sym typeface="+mn-ea"/>
              </a:rPr>
              <a:t>)</a:t>
            </a:r>
            <a:r>
              <a:rPr lang="zh-CN" altLang="en-US" sz="1400" b="1">
                <a:latin typeface="微软雅黑" charset="0"/>
                <a:ea typeface="微软雅黑" charset="0"/>
                <a:cs typeface="微软雅黑" charset="0"/>
                <a:sym typeface="+mn-ea"/>
              </a:rPr>
              <a:t>的长度(单词数量)</a:t>
            </a:r>
            <a:endParaRPr lang="zh-CN" altLang="en-US" sz="1400" b="1">
              <a:latin typeface="微软雅黑" charset="0"/>
              <a:ea typeface="微软雅黑" charset="0"/>
              <a:cs typeface="微软雅黑" charset="0"/>
              <a:sym typeface="+mn-ea"/>
            </a:endParaRPr>
          </a:p>
          <a:p>
            <a:pPr algn="l"/>
            <a:r>
              <a:rPr lang="en-US" altLang="zh-CN" sz="1400" b="1">
                <a:latin typeface="微软雅黑" charset="0"/>
                <a:ea typeface="微软雅黑" charset="0"/>
                <a:cs typeface="微软雅黑" charset="0"/>
                <a:sym typeface="+mn-ea"/>
              </a:rPr>
              <a:t>2. </a:t>
            </a:r>
            <a:r>
              <a:rPr lang="zh-CN" altLang="en-US" sz="1400" b="1">
                <a:latin typeface="微软雅黑" charset="0"/>
                <a:ea typeface="微软雅黑" charset="0"/>
                <a:cs typeface="微软雅黑" charset="0"/>
                <a:sym typeface="+mn-ea"/>
              </a:rPr>
              <a:t>遍历随机初始化攻击句子</a:t>
            </a:r>
            <a:r>
              <a:rPr lang="en-US" altLang="zh-CN" sz="1400" b="1">
                <a:latin typeface="微软雅黑" charset="0"/>
                <a:ea typeface="微软雅黑" charset="0"/>
                <a:cs typeface="微软雅黑" charset="0"/>
                <a:sym typeface="+mn-ea"/>
              </a:rPr>
              <a:t>A</a:t>
            </a:r>
            <a:r>
              <a:rPr lang="zh-CN" altLang="en-US" sz="1400" b="1">
                <a:latin typeface="微软雅黑" charset="0"/>
                <a:ea typeface="微软雅黑" charset="0"/>
                <a:cs typeface="微软雅黑" charset="0"/>
                <a:sym typeface="+mn-ea"/>
              </a:rPr>
              <a:t>中的每个单词</a:t>
            </a:r>
            <a:r>
              <a:rPr lang="en-US" altLang="zh-CN" sz="1400" b="1">
                <a:latin typeface="微软雅黑" charset="0"/>
                <a:ea typeface="微软雅黑" charset="0"/>
                <a:cs typeface="微软雅黑" charset="0"/>
                <a:sym typeface="+mn-ea"/>
              </a:rPr>
              <a:t>,</a:t>
            </a:r>
            <a:r>
              <a:rPr lang="zh-CN" altLang="en-US" sz="1400" b="1">
                <a:latin typeface="微软雅黑" charset="0"/>
                <a:ea typeface="微软雅黑" charset="0"/>
                <a:cs typeface="微软雅黑" charset="0"/>
                <a:sym typeface="+mn-ea"/>
              </a:rPr>
              <a:t>假设当前在</a:t>
            </a:r>
            <a:r>
              <a:rPr lang="en-US" altLang="zh-CN" sz="1400" b="1">
                <a:latin typeface="微软雅黑" charset="0"/>
                <a:ea typeface="微软雅黑" charset="0"/>
                <a:cs typeface="微软雅黑" charset="0"/>
                <a:sym typeface="+mn-ea"/>
              </a:rPr>
              <a:t>Ai</a:t>
            </a:r>
            <a:r>
              <a:rPr lang="zh-CN" altLang="en-US" sz="1400" b="1">
                <a:latin typeface="微软雅黑" charset="0"/>
                <a:ea typeface="微软雅黑" charset="0"/>
                <a:cs typeface="微软雅黑" charset="0"/>
                <a:sym typeface="+mn-ea"/>
              </a:rPr>
              <a:t>，找出</a:t>
            </a:r>
            <a:r>
              <a:rPr lang="zh-CN" altLang="en-US" sz="1400" b="1">
                <a:latin typeface="微软雅黑" charset="0"/>
                <a:ea typeface="微软雅黑" charset="0"/>
                <a:cs typeface="微软雅黑" charset="0"/>
                <a:sym typeface="+mn-ea"/>
              </a:rPr>
              <a:t>最能达成攻击的最优</a:t>
            </a:r>
            <a:r>
              <a:rPr lang="en-US" altLang="zh-CN" sz="1400" b="1">
                <a:latin typeface="微软雅黑" charset="0"/>
                <a:ea typeface="微软雅黑" charset="0"/>
                <a:cs typeface="微软雅黑" charset="0"/>
                <a:sym typeface="+mn-ea"/>
              </a:rPr>
              <a:t>k</a:t>
            </a:r>
            <a:r>
              <a:rPr lang="zh-CN" altLang="en-US" sz="1400" b="1">
                <a:latin typeface="微软雅黑" charset="0"/>
                <a:ea typeface="微软雅黑" charset="0"/>
                <a:cs typeface="微软雅黑" charset="0"/>
                <a:sym typeface="+mn-ea"/>
              </a:rPr>
              <a:t>个</a:t>
            </a:r>
            <a:r>
              <a:rPr lang="zh-CN" altLang="en-US" sz="1400" b="1">
                <a:latin typeface="微软雅黑" charset="0"/>
                <a:ea typeface="微软雅黑" charset="0"/>
                <a:cs typeface="微软雅黑" charset="0"/>
                <a:sym typeface="+mn-ea"/>
              </a:rPr>
              <a:t>词</a:t>
            </a:r>
            <a:endParaRPr lang="zh-CN" altLang="en-US" sz="1400" b="1">
              <a:latin typeface="微软雅黑" charset="0"/>
              <a:ea typeface="微软雅黑" charset="0"/>
              <a:cs typeface="微软雅黑" charset="0"/>
              <a:sym typeface="+mn-ea"/>
            </a:endParaRPr>
          </a:p>
          <a:p>
            <a:pPr algn="l"/>
            <a:r>
              <a:rPr lang="en-US" altLang="zh-CN" sz="1400" b="1">
                <a:latin typeface="微软雅黑" charset="0"/>
                <a:ea typeface="微软雅黑" charset="0"/>
                <a:cs typeface="微软雅黑" charset="0"/>
                <a:sym typeface="+mn-ea"/>
              </a:rPr>
              <a:t>3. </a:t>
            </a:r>
            <a:r>
              <a:rPr lang="zh-CN" altLang="en-US" sz="1400" b="1">
                <a:latin typeface="微软雅黑" charset="0"/>
                <a:ea typeface="微软雅黑" charset="0"/>
                <a:cs typeface="微软雅黑" charset="0"/>
                <a:sym typeface="+mn-ea"/>
              </a:rPr>
              <a:t>从这</a:t>
            </a:r>
            <a:r>
              <a:rPr lang="en-US" altLang="zh-CN" sz="1400" b="1">
                <a:latin typeface="微软雅黑" charset="0"/>
                <a:ea typeface="微软雅黑" charset="0"/>
                <a:cs typeface="微软雅黑" charset="0"/>
                <a:sym typeface="+mn-ea"/>
              </a:rPr>
              <a:t>K</a:t>
            </a:r>
            <a:r>
              <a:rPr lang="zh-CN" altLang="en-US" sz="1400" b="1">
                <a:latin typeface="微软雅黑" charset="0"/>
                <a:ea typeface="微软雅黑" charset="0"/>
                <a:cs typeface="微软雅黑" charset="0"/>
                <a:sym typeface="+mn-ea"/>
              </a:rPr>
              <a:t>个词中随机采样</a:t>
            </a:r>
            <a:r>
              <a:rPr lang="en-US" altLang="zh-CN" sz="1400" b="1">
                <a:latin typeface="微软雅黑" charset="0"/>
                <a:ea typeface="微软雅黑" charset="0"/>
                <a:cs typeface="微软雅黑" charset="0"/>
                <a:sym typeface="+mn-ea"/>
              </a:rPr>
              <a:t>B</a:t>
            </a:r>
            <a:r>
              <a:rPr lang="zh-CN" altLang="en-US" sz="1400" b="1">
                <a:latin typeface="微软雅黑" charset="0"/>
                <a:ea typeface="微软雅黑" charset="0"/>
                <a:cs typeface="微软雅黑" charset="0"/>
                <a:sym typeface="+mn-ea"/>
              </a:rPr>
              <a:t>个轮流替换</a:t>
            </a:r>
            <a:r>
              <a:rPr lang="en-US" altLang="zh-CN" sz="1400" b="1">
                <a:latin typeface="微软雅黑" charset="0"/>
                <a:ea typeface="微软雅黑" charset="0"/>
                <a:cs typeface="微软雅黑" charset="0"/>
                <a:sym typeface="+mn-ea"/>
              </a:rPr>
              <a:t>Ai</a:t>
            </a:r>
            <a:r>
              <a:rPr lang="zh-CN" altLang="en-US" sz="1400" b="1">
                <a:latin typeface="微软雅黑" charset="0"/>
                <a:ea typeface="微软雅黑" charset="0"/>
                <a:cs typeface="微软雅黑" charset="0"/>
                <a:sym typeface="+mn-ea"/>
              </a:rPr>
              <a:t>，并与初始的句子</a:t>
            </a:r>
            <a:r>
              <a:rPr lang="en-US" altLang="zh-CN" sz="1400" b="1">
                <a:latin typeface="微软雅黑" charset="0"/>
                <a:ea typeface="微软雅黑" charset="0"/>
                <a:cs typeface="微软雅黑" charset="0"/>
                <a:sym typeface="+mn-ea"/>
              </a:rPr>
              <a:t>C</a:t>
            </a:r>
            <a:r>
              <a:rPr lang="zh-CN" altLang="en-US" sz="1400" b="1">
                <a:latin typeface="微软雅黑" charset="0"/>
                <a:ea typeface="微软雅黑" charset="0"/>
                <a:cs typeface="微软雅黑" charset="0"/>
                <a:sym typeface="+mn-ea"/>
              </a:rPr>
              <a:t>进行拼接，判断模型生成”Sure, </a:t>
            </a:r>
            <a:r>
              <a:rPr lang="en-US" altLang="zh-CN" sz="1400" b="1">
                <a:latin typeface="微软雅黑" charset="0"/>
                <a:ea typeface="微软雅黑" charset="0"/>
                <a:cs typeface="微软雅黑" charset="0"/>
                <a:sym typeface="+mn-ea"/>
              </a:rPr>
              <a:t>+ C</a:t>
            </a:r>
            <a:r>
              <a:rPr lang="zh-CN" altLang="en-US" sz="1400" b="1">
                <a:latin typeface="微软雅黑" charset="0"/>
                <a:ea typeface="微软雅黑" charset="0"/>
                <a:cs typeface="微软雅黑" charset="0"/>
                <a:sym typeface="+mn-ea"/>
              </a:rPr>
              <a:t>”的概率，找出目标损失最小的那个，更新当前</a:t>
            </a:r>
            <a:r>
              <a:rPr lang="en-US" altLang="zh-CN" sz="1400" b="1">
                <a:latin typeface="微软雅黑" charset="0"/>
                <a:ea typeface="微软雅黑" charset="0"/>
                <a:cs typeface="微软雅黑" charset="0"/>
                <a:sym typeface="+mn-ea"/>
              </a:rPr>
              <a:t>prompt</a:t>
            </a:r>
            <a:r>
              <a:rPr lang="zh-CN" altLang="en-US" sz="1400" b="1">
                <a:latin typeface="微软雅黑" charset="0"/>
                <a:ea typeface="微软雅黑" charset="0"/>
                <a:cs typeface="微软雅黑" charset="0"/>
                <a:sym typeface="+mn-ea"/>
              </a:rPr>
              <a:t>，并</a:t>
            </a:r>
            <a:r>
              <a:rPr lang="zh-CN" altLang="en-US" sz="1400" b="1">
                <a:latin typeface="微软雅黑" charset="0"/>
                <a:ea typeface="微软雅黑" charset="0"/>
                <a:cs typeface="微软雅黑" charset="0"/>
                <a:sym typeface="+mn-ea"/>
              </a:rPr>
              <a:t>得到梯度</a:t>
            </a:r>
            <a:endParaRPr lang="zh-CN" altLang="en-US" sz="1400" b="1">
              <a:latin typeface="微软雅黑" charset="0"/>
              <a:ea typeface="微软雅黑" charset="0"/>
              <a:cs typeface="微软雅黑" charset="0"/>
              <a:sym typeface="+mn-ea"/>
            </a:endParaRPr>
          </a:p>
          <a:p>
            <a:pPr algn="l"/>
            <a:r>
              <a:rPr lang="en-US" altLang="zh-CN" sz="1400" b="1">
                <a:latin typeface="微软雅黑" charset="0"/>
                <a:ea typeface="微软雅黑" charset="0"/>
                <a:cs typeface="微软雅黑" charset="0"/>
              </a:rPr>
              <a:t>4. </a:t>
            </a:r>
            <a:r>
              <a:rPr lang="zh-CN" altLang="en-US" sz="1400" b="1">
                <a:latin typeface="微软雅黑" charset="0"/>
                <a:ea typeface="微软雅黑" charset="0"/>
                <a:cs typeface="微软雅黑" charset="0"/>
              </a:rPr>
              <a:t>将根据目标损失最小的新攻击句子</a:t>
            </a:r>
            <a:r>
              <a:rPr lang="en-US" altLang="zh-CN" sz="1400" b="1">
                <a:latin typeface="微软雅黑" charset="0"/>
                <a:ea typeface="微软雅黑" charset="0"/>
                <a:cs typeface="微软雅黑" charset="0"/>
              </a:rPr>
              <a:t>A</a:t>
            </a:r>
            <a:r>
              <a:rPr lang="zh-CN" altLang="en-US" sz="1400" b="1">
                <a:latin typeface="微软雅黑" charset="0"/>
                <a:ea typeface="微软雅黑" charset="0"/>
                <a:cs typeface="微软雅黑" charset="0"/>
              </a:rPr>
              <a:t>重复上述</a:t>
            </a:r>
            <a:r>
              <a:rPr lang="zh-CN" altLang="en-US" sz="1400" b="1">
                <a:latin typeface="微软雅黑" charset="0"/>
                <a:ea typeface="微软雅黑" charset="0"/>
                <a:cs typeface="微软雅黑" charset="0"/>
              </a:rPr>
              <a:t>操作</a:t>
            </a:r>
            <a:endParaRPr lang="zh-CN" altLang="en-US" sz="1400" b="1">
              <a:latin typeface="微软雅黑" charset="0"/>
              <a:ea typeface="微软雅黑" charset="0"/>
              <a:cs typeface="微软雅黑" charset="0"/>
            </a:endParaRPr>
          </a:p>
        </p:txBody>
      </p:sp>
      <p:sp>
        <p:nvSpPr>
          <p:cNvPr id="17" name="文本框 16"/>
          <p:cNvSpPr txBox="1"/>
          <p:nvPr>
            <p:custDataLst>
              <p:tags r:id="rId13"/>
            </p:custDataLst>
          </p:nvPr>
        </p:nvSpPr>
        <p:spPr>
          <a:xfrm>
            <a:off x="1980565" y="2533650"/>
            <a:ext cx="7882890" cy="548640"/>
          </a:xfrm>
          <a:prstGeom prst="rect">
            <a:avLst/>
          </a:prstGeom>
          <a:noFill/>
        </p:spPr>
        <p:txBody>
          <a:bodyPr wrap="square" rtlCol="0">
            <a:noAutofit/>
          </a:bodyPr>
          <a:p>
            <a:pPr algn="ctr"/>
            <a:r>
              <a:rPr lang="zh-CN" sz="2000" b="1">
                <a:solidFill>
                  <a:srgbClr val="C00000"/>
                </a:solidFill>
                <a:latin typeface="微软雅黑" charset="0"/>
                <a:ea typeface="微软雅黑" charset="0"/>
                <a:cs typeface="微软雅黑" charset="0"/>
              </a:rPr>
              <a:t>参数设定</a:t>
            </a:r>
            <a:r>
              <a:rPr lang="en-US" altLang="zh-CN" sz="2000" b="1">
                <a:solidFill>
                  <a:srgbClr val="C00000"/>
                </a:solidFill>
                <a:latin typeface="微软雅黑" charset="0"/>
                <a:ea typeface="微软雅黑" charset="0"/>
                <a:cs typeface="微软雅黑" charset="0"/>
              </a:rPr>
              <a:t>: A</a:t>
            </a:r>
            <a:r>
              <a:rPr lang="zh-CN" altLang="en-US" sz="2000" b="1">
                <a:solidFill>
                  <a:srgbClr val="C00000"/>
                </a:solidFill>
                <a:latin typeface="微软雅黑" charset="0"/>
                <a:ea typeface="微软雅黑" charset="0"/>
                <a:cs typeface="微软雅黑" charset="0"/>
              </a:rPr>
              <a:t>对抗句子</a:t>
            </a:r>
            <a:r>
              <a:rPr lang="en-US" altLang="zh-CN" sz="2000" b="1">
                <a:solidFill>
                  <a:srgbClr val="C00000"/>
                </a:solidFill>
                <a:latin typeface="微软雅黑" charset="0"/>
                <a:ea typeface="微软雅黑" charset="0"/>
                <a:cs typeface="微软雅黑" charset="0"/>
              </a:rPr>
              <a:t>(</a:t>
            </a:r>
            <a:r>
              <a:rPr lang="zh-CN" altLang="en-US" sz="2000" b="1">
                <a:solidFill>
                  <a:srgbClr val="C00000"/>
                </a:solidFill>
                <a:latin typeface="微软雅黑" charset="0"/>
                <a:ea typeface="微软雅黑" charset="0"/>
                <a:cs typeface="微软雅黑" charset="0"/>
              </a:rPr>
              <a:t>图中红色</a:t>
            </a:r>
            <a:r>
              <a:rPr lang="en-US" altLang="zh-CN" sz="2000" b="1">
                <a:solidFill>
                  <a:srgbClr val="C00000"/>
                </a:solidFill>
                <a:latin typeface="微软雅黑" charset="0"/>
                <a:ea typeface="微软雅黑" charset="0"/>
                <a:cs typeface="微软雅黑" charset="0"/>
              </a:rPr>
              <a:t>),C</a:t>
            </a:r>
            <a:r>
              <a:rPr lang="zh-CN" altLang="en-US" sz="2000" b="1">
                <a:solidFill>
                  <a:srgbClr val="C00000"/>
                </a:solidFill>
                <a:latin typeface="微软雅黑" charset="0"/>
                <a:ea typeface="微软雅黑" charset="0"/>
                <a:cs typeface="微软雅黑" charset="0"/>
              </a:rPr>
              <a:t>危险问题</a:t>
            </a:r>
            <a:r>
              <a:rPr lang="en-US" altLang="zh-CN" sz="2000" b="1">
                <a:solidFill>
                  <a:srgbClr val="C00000"/>
                </a:solidFill>
                <a:latin typeface="微软雅黑" charset="0"/>
                <a:ea typeface="微软雅黑" charset="0"/>
                <a:cs typeface="微软雅黑" charset="0"/>
              </a:rPr>
              <a:t>(</a:t>
            </a:r>
            <a:r>
              <a:rPr lang="zh-CN" altLang="en-US" sz="2000" b="1">
                <a:solidFill>
                  <a:srgbClr val="C00000"/>
                </a:solidFill>
                <a:latin typeface="微软雅黑" charset="0"/>
                <a:ea typeface="微软雅黑" charset="0"/>
                <a:cs typeface="微软雅黑" charset="0"/>
              </a:rPr>
              <a:t>图中蓝色</a:t>
            </a:r>
            <a:r>
              <a:rPr lang="en-US" altLang="zh-CN" sz="2000" b="1">
                <a:solidFill>
                  <a:srgbClr val="C00000"/>
                </a:solidFill>
                <a:latin typeface="微软雅黑" charset="0"/>
                <a:ea typeface="微软雅黑" charset="0"/>
                <a:cs typeface="微软雅黑" charset="0"/>
              </a:rPr>
              <a:t>)</a:t>
            </a:r>
            <a:endParaRPr lang="en-US" altLang="zh-CN" sz="2000" b="1">
              <a:solidFill>
                <a:srgbClr val="C00000"/>
              </a:solidFill>
              <a:latin typeface="微软雅黑" charset="0"/>
              <a:ea typeface="微软雅黑" charset="0"/>
              <a:cs typeface="微软雅黑" charset="0"/>
            </a:endParaRPr>
          </a:p>
        </p:txBody>
      </p:sp>
      <p:sp>
        <p:nvSpPr>
          <p:cNvPr id="18" name="文本框 17"/>
          <p:cNvSpPr txBox="1"/>
          <p:nvPr>
            <p:custDataLst>
              <p:tags r:id="rId14"/>
            </p:custDataLst>
          </p:nvPr>
        </p:nvSpPr>
        <p:spPr>
          <a:xfrm>
            <a:off x="6319520" y="3418840"/>
            <a:ext cx="5709285" cy="1953260"/>
          </a:xfrm>
          <a:prstGeom prst="rect">
            <a:avLst/>
          </a:prstGeom>
          <a:noFill/>
        </p:spPr>
        <p:txBody>
          <a:bodyPr wrap="square" rtlCol="0">
            <a:noAutofit/>
          </a:bodyPr>
          <a:p>
            <a:pPr algn="l"/>
            <a:r>
              <a:rPr lang="zh-CN" sz="1400" b="1">
                <a:latin typeface="微软雅黑" charset="0"/>
                <a:ea typeface="微软雅黑" charset="0"/>
                <a:cs typeface="微软雅黑" charset="0"/>
              </a:rPr>
              <a:t>针对</a:t>
            </a:r>
            <a:r>
              <a:rPr lang="zh-CN" sz="1400" b="1">
                <a:latin typeface="微软雅黑" charset="0"/>
                <a:ea typeface="微软雅黑" charset="0"/>
                <a:cs typeface="微软雅黑" charset="0"/>
              </a:rPr>
              <a:t>多个问题攻击流程为</a:t>
            </a:r>
            <a:r>
              <a:rPr lang="en-US" altLang="zh-CN" sz="1400" b="1">
                <a:latin typeface="微软雅黑" charset="0"/>
                <a:ea typeface="微软雅黑" charset="0"/>
                <a:cs typeface="微软雅黑" charset="0"/>
              </a:rPr>
              <a:t>:</a:t>
            </a:r>
            <a:endParaRPr lang="en-US" altLang="zh-CN" sz="1400" b="1">
              <a:latin typeface="微软雅黑" charset="0"/>
              <a:ea typeface="微软雅黑" charset="0"/>
              <a:cs typeface="微软雅黑" charset="0"/>
            </a:endParaRPr>
          </a:p>
          <a:p>
            <a:pPr algn="l"/>
            <a:r>
              <a:rPr lang="en-US" altLang="zh-CN" sz="1400" b="1">
                <a:latin typeface="微软雅黑" charset="0"/>
                <a:ea typeface="微软雅黑" charset="0"/>
                <a:cs typeface="微软雅黑" charset="0"/>
              </a:rPr>
              <a:t>1. </a:t>
            </a:r>
            <a:r>
              <a:rPr lang="zh-CN" altLang="en-US" sz="1400" b="1">
                <a:latin typeface="微软雅黑" charset="0"/>
                <a:ea typeface="微软雅黑" charset="0"/>
                <a:cs typeface="微软雅黑" charset="0"/>
              </a:rPr>
              <a:t>多了一个计数器</a:t>
            </a:r>
            <a:r>
              <a:rPr lang="en-US" altLang="zh-CN" sz="1400" b="1">
                <a:latin typeface="微软雅黑" charset="0"/>
                <a:ea typeface="微软雅黑" charset="0"/>
                <a:cs typeface="微软雅黑" charset="0"/>
              </a:rPr>
              <a:t>m=n</a:t>
            </a:r>
            <a:r>
              <a:rPr lang="zh-CN" altLang="en-US" sz="1400" b="1">
                <a:latin typeface="微软雅黑" charset="0"/>
                <a:ea typeface="微软雅黑" charset="0"/>
                <a:cs typeface="微软雅黑" charset="0"/>
              </a:rPr>
              <a:t>，代表当前成功攻击的</a:t>
            </a:r>
            <a:r>
              <a:rPr lang="en-US" altLang="zh-CN" sz="1400" b="1">
                <a:latin typeface="微软雅黑" charset="0"/>
                <a:ea typeface="微软雅黑" charset="0"/>
                <a:cs typeface="微软雅黑" charset="0"/>
              </a:rPr>
              <a:t>prompt</a:t>
            </a:r>
            <a:r>
              <a:rPr lang="zh-CN" altLang="en-US" sz="1400" b="1">
                <a:latin typeface="微软雅黑" charset="0"/>
                <a:ea typeface="微软雅黑" charset="0"/>
                <a:cs typeface="微软雅黑" charset="0"/>
              </a:rPr>
              <a:t>数量</a:t>
            </a:r>
            <a:endParaRPr lang="zh-CN" altLang="en-US" sz="1400" b="1">
              <a:latin typeface="微软雅黑" charset="0"/>
              <a:ea typeface="微软雅黑" charset="0"/>
              <a:cs typeface="微软雅黑" charset="0"/>
            </a:endParaRPr>
          </a:p>
          <a:p>
            <a:pPr indent="457200" algn="l"/>
            <a:r>
              <a:rPr lang="zh-CN" altLang="en-US" sz="1400" b="1">
                <a:latin typeface="微软雅黑" charset="0"/>
                <a:ea typeface="微软雅黑" charset="0"/>
                <a:cs typeface="微软雅黑" charset="0"/>
              </a:rPr>
              <a:t>初始只针对一个</a:t>
            </a:r>
            <a:r>
              <a:rPr lang="en-US" altLang="zh-CN" sz="1400" b="1">
                <a:latin typeface="微软雅黑" charset="0"/>
                <a:ea typeface="微软雅黑" charset="0"/>
                <a:cs typeface="微软雅黑" charset="0"/>
              </a:rPr>
              <a:t>prompt</a:t>
            </a:r>
            <a:r>
              <a:rPr lang="zh-CN" altLang="en-US" sz="1400" b="1">
                <a:latin typeface="微软雅黑" charset="0"/>
                <a:ea typeface="微软雅黑" charset="0"/>
                <a:cs typeface="微软雅黑" charset="0"/>
              </a:rPr>
              <a:t>优化</a:t>
            </a:r>
            <a:endParaRPr lang="zh-CN" altLang="en-US" sz="1400" b="1">
              <a:latin typeface="微软雅黑" charset="0"/>
              <a:ea typeface="微软雅黑" charset="0"/>
              <a:cs typeface="微软雅黑" charset="0"/>
            </a:endParaRPr>
          </a:p>
          <a:p>
            <a:pPr algn="l"/>
            <a:r>
              <a:rPr lang="en-US" altLang="zh-CN" sz="1400" b="1">
                <a:latin typeface="微软雅黑" charset="0"/>
                <a:ea typeface="微软雅黑" charset="0"/>
                <a:cs typeface="微软雅黑" charset="0"/>
              </a:rPr>
              <a:t>2. </a:t>
            </a:r>
            <a:r>
              <a:rPr lang="zh-CN" altLang="en-US" sz="1400" b="1">
                <a:latin typeface="微软雅黑" charset="0"/>
                <a:ea typeface="微软雅黑" charset="0"/>
                <a:cs typeface="微软雅黑" charset="0"/>
              </a:rPr>
              <a:t>根据多个</a:t>
            </a:r>
            <a:r>
              <a:rPr lang="en-US" altLang="zh-CN" sz="1400" b="1">
                <a:latin typeface="微软雅黑" charset="0"/>
                <a:ea typeface="微软雅黑" charset="0"/>
                <a:cs typeface="微软雅黑" charset="0"/>
              </a:rPr>
              <a:t>prompt</a:t>
            </a:r>
            <a:r>
              <a:rPr lang="zh-CN" altLang="en-US" sz="1400" b="1">
                <a:latin typeface="微软雅黑" charset="0"/>
                <a:ea typeface="微软雅黑" charset="0"/>
                <a:cs typeface="微软雅黑" charset="0"/>
              </a:rPr>
              <a:t>的平均损失计算</a:t>
            </a:r>
            <a:r>
              <a:rPr lang="en-US" altLang="zh-CN" sz="1400" b="1">
                <a:latin typeface="微软雅黑" charset="0"/>
                <a:ea typeface="微软雅黑" charset="0"/>
                <a:cs typeface="微软雅黑" charset="0"/>
              </a:rPr>
              <a:t>Top-K</a:t>
            </a:r>
            <a:endParaRPr lang="en-US" altLang="zh-CN" sz="1400" b="1">
              <a:latin typeface="微软雅黑" charset="0"/>
              <a:ea typeface="微软雅黑" charset="0"/>
              <a:cs typeface="微软雅黑" charset="0"/>
            </a:endParaRPr>
          </a:p>
          <a:p>
            <a:pPr algn="l"/>
            <a:r>
              <a:rPr lang="en-US" altLang="zh-CN" sz="1400" b="1">
                <a:latin typeface="微软雅黑" charset="0"/>
                <a:ea typeface="微软雅黑" charset="0"/>
                <a:cs typeface="微软雅黑" charset="0"/>
              </a:rPr>
              <a:t>3. </a:t>
            </a:r>
            <a:r>
              <a:rPr lang="zh-CN" altLang="en-US" sz="1400" b="1">
                <a:latin typeface="微软雅黑" charset="0"/>
                <a:ea typeface="微软雅黑" charset="0"/>
                <a:cs typeface="微软雅黑" charset="0"/>
              </a:rPr>
              <a:t>优化时取平均</a:t>
            </a:r>
            <a:r>
              <a:rPr lang="en-US" altLang="zh-CN" sz="1400" b="1">
                <a:latin typeface="微软雅黑" charset="0"/>
                <a:ea typeface="微软雅黑" charset="0"/>
                <a:cs typeface="微软雅黑" charset="0"/>
              </a:rPr>
              <a:t>loss</a:t>
            </a:r>
            <a:r>
              <a:rPr lang="zh-CN" altLang="en-US" sz="1400" b="1">
                <a:latin typeface="微软雅黑" charset="0"/>
                <a:ea typeface="微软雅黑" charset="0"/>
                <a:cs typeface="微软雅黑" charset="0"/>
              </a:rPr>
              <a:t>最低的作为最好</a:t>
            </a:r>
            <a:r>
              <a:rPr lang="en-US" altLang="zh-CN" sz="1400" b="1">
                <a:latin typeface="微软雅黑" charset="0"/>
                <a:ea typeface="微软雅黑" charset="0"/>
                <a:cs typeface="微软雅黑" charset="0"/>
              </a:rPr>
              <a:t>token</a:t>
            </a:r>
            <a:r>
              <a:rPr lang="zh-CN" altLang="en-US" sz="1400" b="1">
                <a:latin typeface="微软雅黑" charset="0"/>
                <a:ea typeface="微软雅黑" charset="0"/>
                <a:cs typeface="微软雅黑" charset="0"/>
              </a:rPr>
              <a:t>替换</a:t>
            </a:r>
            <a:endParaRPr lang="zh-CN" altLang="en-US" sz="1400" b="1">
              <a:latin typeface="微软雅黑" charset="0"/>
              <a:ea typeface="微软雅黑" charset="0"/>
              <a:cs typeface="微软雅黑" charset="0"/>
            </a:endParaRPr>
          </a:p>
          <a:p>
            <a:pPr algn="l"/>
            <a:r>
              <a:rPr lang="en-US" altLang="zh-CN" sz="1400" b="1">
                <a:latin typeface="微软雅黑" charset="0"/>
                <a:ea typeface="微软雅黑" charset="0"/>
                <a:cs typeface="微软雅黑" charset="0"/>
              </a:rPr>
              <a:t>4. </a:t>
            </a:r>
            <a:r>
              <a:rPr lang="zh-CN" altLang="en-US" sz="1400" b="1">
                <a:latin typeface="微软雅黑" charset="0"/>
                <a:ea typeface="微软雅黑" charset="0"/>
                <a:cs typeface="微软雅黑" charset="0"/>
              </a:rPr>
              <a:t>当前能成功攻击所有</a:t>
            </a:r>
            <a:r>
              <a:rPr lang="en-US" altLang="zh-CN" sz="1400" b="1">
                <a:latin typeface="微软雅黑" charset="0"/>
                <a:ea typeface="微软雅黑" charset="0"/>
                <a:cs typeface="微软雅黑" charset="0"/>
              </a:rPr>
              <a:t>n</a:t>
            </a:r>
            <a:r>
              <a:rPr lang="zh-CN" altLang="en-US" sz="1400" b="1">
                <a:latin typeface="微软雅黑" charset="0"/>
                <a:ea typeface="微软雅黑" charset="0"/>
                <a:cs typeface="微软雅黑" charset="0"/>
              </a:rPr>
              <a:t>个</a:t>
            </a:r>
            <a:r>
              <a:rPr lang="en-US" altLang="zh-CN" sz="1400" b="1">
                <a:latin typeface="微软雅黑" charset="0"/>
                <a:ea typeface="微软雅黑" charset="0"/>
                <a:cs typeface="微软雅黑" charset="0"/>
              </a:rPr>
              <a:t>prompt</a:t>
            </a:r>
            <a:r>
              <a:rPr lang="zh-CN" altLang="en-US" sz="1400" b="1">
                <a:latin typeface="微软雅黑" charset="0"/>
                <a:ea typeface="微软雅黑" charset="0"/>
                <a:cs typeface="微软雅黑" charset="0"/>
              </a:rPr>
              <a:t>时，再引入新的</a:t>
            </a:r>
            <a:r>
              <a:rPr lang="en-US" altLang="zh-CN" sz="1400" b="1">
                <a:latin typeface="微软雅黑" charset="0"/>
                <a:ea typeface="微软雅黑" charset="0"/>
                <a:cs typeface="微软雅黑" charset="0"/>
              </a:rPr>
              <a:t>prompt(m=n+1)</a:t>
            </a:r>
            <a:endParaRPr lang="en-US" altLang="zh-CN" sz="1400" b="1">
              <a:latin typeface="微软雅黑" charset="0"/>
              <a:ea typeface="微软雅黑" charset="0"/>
              <a:cs typeface="微软雅黑" charset="0"/>
            </a:endParaRPr>
          </a:p>
        </p:txBody>
      </p:sp>
      <p:pic>
        <p:nvPicPr>
          <p:cNvPr id="19" name="图片 18"/>
          <p:cNvPicPr>
            <a:picLocks noChangeAspect="1"/>
          </p:cNvPicPr>
          <p:nvPr>
            <p:custDataLst>
              <p:tags r:id="rId15"/>
            </p:custDataLst>
          </p:nvPr>
        </p:nvPicPr>
        <p:blipFill>
          <a:blip r:embed="rId16"/>
          <a:stretch>
            <a:fillRect/>
          </a:stretch>
        </p:blipFill>
        <p:spPr>
          <a:xfrm>
            <a:off x="5989320" y="0"/>
            <a:ext cx="1446530" cy="449580"/>
          </a:xfrm>
          <a:prstGeom prst="rect">
            <a:avLst/>
          </a:prstGeom>
        </p:spPr>
      </p:pic>
      <p:sp>
        <p:nvSpPr>
          <p:cNvPr id="20" name="文本框 19"/>
          <p:cNvSpPr txBox="1"/>
          <p:nvPr>
            <p:custDataLst>
              <p:tags r:id="rId17"/>
            </p:custDataLst>
          </p:nvPr>
        </p:nvSpPr>
        <p:spPr>
          <a:xfrm>
            <a:off x="7896225" y="125730"/>
            <a:ext cx="3727450" cy="318135"/>
          </a:xfrm>
          <a:prstGeom prst="rect">
            <a:avLst/>
          </a:prstGeom>
          <a:noFill/>
        </p:spPr>
        <p:txBody>
          <a:bodyPr wrap="square" rtlCol="0">
            <a:noAutofit/>
          </a:bodyPr>
          <a:p>
            <a:pPr algn="ctr"/>
            <a:r>
              <a:rPr lang="zh-CN" sz="1200" b="1">
                <a:latin typeface="微软雅黑" charset="0"/>
                <a:ea typeface="微软雅黑" charset="0"/>
                <a:cs typeface="微软雅黑" charset="0"/>
              </a:rPr>
              <a:t>给定前面</a:t>
            </a:r>
            <a:r>
              <a:rPr lang="en-US" altLang="zh-CN" sz="1200" b="1">
                <a:latin typeface="微软雅黑" charset="0"/>
                <a:ea typeface="微软雅黑" charset="0"/>
                <a:cs typeface="微软雅黑" charset="0"/>
              </a:rPr>
              <a:t>N</a:t>
            </a:r>
            <a:r>
              <a:rPr lang="zh-CN" altLang="en-US" sz="1200" b="1">
                <a:latin typeface="微软雅黑" charset="0"/>
                <a:ea typeface="微软雅黑" charset="0"/>
                <a:cs typeface="微软雅黑" charset="0"/>
              </a:rPr>
              <a:t>个</a:t>
            </a:r>
            <a:r>
              <a:rPr lang="en-US" altLang="zh-CN" sz="1200" b="1">
                <a:latin typeface="微软雅黑" charset="0"/>
                <a:ea typeface="微软雅黑" charset="0"/>
                <a:cs typeface="微软雅黑" charset="0"/>
              </a:rPr>
              <a:t>token</a:t>
            </a:r>
            <a:r>
              <a:rPr lang="zh-CN" altLang="en-US" sz="1200" b="1">
                <a:latin typeface="微软雅黑" charset="0"/>
                <a:ea typeface="微软雅黑" charset="0"/>
                <a:cs typeface="微软雅黑" charset="0"/>
              </a:rPr>
              <a:t>的基础上，生成</a:t>
            </a:r>
            <a:r>
              <a:rPr lang="zh-CN" altLang="en-US" sz="1200" b="1">
                <a:latin typeface="微软雅黑" charset="0"/>
                <a:ea typeface="微软雅黑" charset="0"/>
                <a:cs typeface="微软雅黑" charset="0"/>
              </a:rPr>
              <a:t>下一个</a:t>
            </a:r>
            <a:endParaRPr lang="zh-CN" altLang="en-US" sz="1200" b="1">
              <a:latin typeface="微软雅黑" charset="0"/>
              <a:ea typeface="微软雅黑" charset="0"/>
              <a:cs typeface="微软雅黑" charset="0"/>
            </a:endParaRPr>
          </a:p>
        </p:txBody>
      </p:sp>
      <p:pic>
        <p:nvPicPr>
          <p:cNvPr id="21" name="图片 20"/>
          <p:cNvPicPr>
            <a:picLocks noChangeAspect="1"/>
          </p:cNvPicPr>
          <p:nvPr>
            <p:custDataLst>
              <p:tags r:id="rId18"/>
            </p:custDataLst>
          </p:nvPr>
        </p:nvPicPr>
        <p:blipFill>
          <a:blip r:embed="rId19"/>
          <a:stretch>
            <a:fillRect/>
          </a:stretch>
        </p:blipFill>
        <p:spPr>
          <a:xfrm>
            <a:off x="5989320" y="601345"/>
            <a:ext cx="2402205" cy="455295"/>
          </a:xfrm>
          <a:prstGeom prst="rect">
            <a:avLst/>
          </a:prstGeom>
        </p:spPr>
      </p:pic>
      <p:sp>
        <p:nvSpPr>
          <p:cNvPr id="22" name="文本框 21"/>
          <p:cNvSpPr txBox="1"/>
          <p:nvPr>
            <p:custDataLst>
              <p:tags r:id="rId20"/>
            </p:custDataLst>
          </p:nvPr>
        </p:nvSpPr>
        <p:spPr>
          <a:xfrm>
            <a:off x="7189470" y="541020"/>
            <a:ext cx="5581015" cy="548640"/>
          </a:xfrm>
          <a:prstGeom prst="rect">
            <a:avLst/>
          </a:prstGeom>
          <a:noFill/>
        </p:spPr>
        <p:txBody>
          <a:bodyPr wrap="square" rtlCol="0">
            <a:noAutofit/>
          </a:bodyPr>
          <a:p>
            <a:pPr algn="ctr"/>
            <a:r>
              <a:rPr lang="zh-CN" sz="1200" b="1">
                <a:latin typeface="微软雅黑" charset="0"/>
                <a:ea typeface="微软雅黑" charset="0"/>
                <a:cs typeface="微软雅黑" charset="0"/>
              </a:rPr>
              <a:t>正常生成文本的公式</a:t>
            </a:r>
            <a:br>
              <a:rPr lang="zh-CN" sz="1200" b="1">
                <a:latin typeface="微软雅黑" charset="0"/>
                <a:ea typeface="微软雅黑" charset="0"/>
                <a:cs typeface="微软雅黑" charset="0"/>
              </a:rPr>
            </a:br>
            <a:r>
              <a:rPr lang="zh-CN" sz="1200" b="1">
                <a:latin typeface="微软雅黑" charset="0"/>
                <a:ea typeface="微软雅黑" charset="0"/>
                <a:cs typeface="微软雅黑" charset="0"/>
              </a:rPr>
              <a:t>给出当前文本的前</a:t>
            </a:r>
            <a:r>
              <a:rPr lang="en-US" altLang="zh-CN" sz="1200" b="1">
                <a:latin typeface="微软雅黑" charset="0"/>
                <a:ea typeface="微软雅黑" charset="0"/>
                <a:cs typeface="微软雅黑" charset="0"/>
              </a:rPr>
              <a:t>1~n</a:t>
            </a:r>
            <a:r>
              <a:rPr lang="zh-CN" altLang="en-US" sz="1200" b="1">
                <a:latin typeface="微软雅黑" charset="0"/>
                <a:ea typeface="微软雅黑" charset="0"/>
                <a:cs typeface="微软雅黑" charset="0"/>
              </a:rPr>
              <a:t>个单词</a:t>
            </a:r>
            <a:br>
              <a:rPr lang="zh-CN" altLang="en-US" sz="1200" b="1">
                <a:latin typeface="微软雅黑" charset="0"/>
                <a:ea typeface="微软雅黑" charset="0"/>
                <a:cs typeface="微软雅黑" charset="0"/>
              </a:rPr>
            </a:br>
            <a:r>
              <a:rPr lang="zh-CN" altLang="en-US" sz="1200" b="1">
                <a:latin typeface="微软雅黑" charset="0"/>
                <a:ea typeface="微软雅黑" charset="0"/>
                <a:cs typeface="微软雅黑" charset="0"/>
              </a:rPr>
              <a:t>生成后续</a:t>
            </a:r>
            <a:r>
              <a:rPr lang="en-US" altLang="zh-CN" sz="1200" b="1">
                <a:latin typeface="微软雅黑" charset="0"/>
                <a:ea typeface="微软雅黑" charset="0"/>
                <a:cs typeface="微软雅黑" charset="0"/>
              </a:rPr>
              <a:t>n+1~n+H</a:t>
            </a:r>
            <a:r>
              <a:rPr lang="zh-CN" altLang="en-US" sz="1200" b="1">
                <a:latin typeface="微软雅黑" charset="0"/>
                <a:ea typeface="微软雅黑" charset="0"/>
                <a:cs typeface="微软雅黑" charset="0"/>
              </a:rPr>
              <a:t>（共</a:t>
            </a:r>
            <a:r>
              <a:rPr lang="en-US" altLang="zh-CN" sz="1200" b="1">
                <a:latin typeface="微软雅黑" charset="0"/>
                <a:ea typeface="微软雅黑" charset="0"/>
                <a:cs typeface="微软雅黑" charset="0"/>
              </a:rPr>
              <a:t>H</a:t>
            </a:r>
            <a:r>
              <a:rPr lang="zh-CN" altLang="en-US" sz="1200" b="1">
                <a:latin typeface="微软雅黑" charset="0"/>
                <a:ea typeface="微软雅黑" charset="0"/>
                <a:cs typeface="微软雅黑" charset="0"/>
              </a:rPr>
              <a:t>个单词）就等于所有</a:t>
            </a:r>
            <a:r>
              <a:rPr lang="en-US" altLang="zh-CN" sz="1200" b="1">
                <a:latin typeface="微软雅黑" charset="0"/>
                <a:ea typeface="微软雅黑" charset="0"/>
                <a:cs typeface="微软雅黑" charset="0"/>
              </a:rPr>
              <a:t>token</a:t>
            </a:r>
            <a:r>
              <a:rPr lang="zh-CN" altLang="en-US" sz="1200" b="1">
                <a:latin typeface="微软雅黑" charset="0"/>
                <a:ea typeface="微软雅黑" charset="0"/>
                <a:cs typeface="微软雅黑" charset="0"/>
              </a:rPr>
              <a:t>的概率</a:t>
            </a:r>
            <a:r>
              <a:rPr lang="zh-CN" altLang="en-US" sz="1200" b="1">
                <a:latin typeface="微软雅黑" charset="0"/>
                <a:ea typeface="微软雅黑" charset="0"/>
                <a:cs typeface="微软雅黑" charset="0"/>
              </a:rPr>
              <a:t>连乘</a:t>
            </a:r>
            <a:endParaRPr lang="zh-CN" altLang="en-US" sz="1200" b="1">
              <a:latin typeface="微软雅黑" charset="0"/>
              <a:ea typeface="微软雅黑" charset="0"/>
              <a:cs typeface="微软雅黑" charset="0"/>
            </a:endParaRPr>
          </a:p>
        </p:txBody>
      </p:sp>
      <p:pic>
        <p:nvPicPr>
          <p:cNvPr id="23" name="图片 22"/>
          <p:cNvPicPr>
            <a:picLocks noChangeAspect="1"/>
          </p:cNvPicPr>
          <p:nvPr>
            <p:custDataLst>
              <p:tags r:id="rId21"/>
            </p:custDataLst>
          </p:nvPr>
        </p:nvPicPr>
        <p:blipFill>
          <a:blip r:embed="rId22"/>
          <a:stretch>
            <a:fillRect/>
          </a:stretch>
        </p:blipFill>
        <p:spPr>
          <a:xfrm>
            <a:off x="5989320" y="1537335"/>
            <a:ext cx="2674620" cy="376555"/>
          </a:xfrm>
          <a:prstGeom prst="rect">
            <a:avLst/>
          </a:prstGeom>
        </p:spPr>
      </p:pic>
      <p:sp>
        <p:nvSpPr>
          <p:cNvPr id="24" name="文本框 23"/>
          <p:cNvSpPr txBox="1"/>
          <p:nvPr>
            <p:custDataLst>
              <p:tags r:id="rId23"/>
            </p:custDataLst>
          </p:nvPr>
        </p:nvSpPr>
        <p:spPr>
          <a:xfrm>
            <a:off x="8034655" y="1211580"/>
            <a:ext cx="4666615" cy="548640"/>
          </a:xfrm>
          <a:prstGeom prst="rect">
            <a:avLst/>
          </a:prstGeom>
          <a:noFill/>
        </p:spPr>
        <p:txBody>
          <a:bodyPr wrap="square" rtlCol="0">
            <a:noAutofit/>
          </a:bodyPr>
          <a:p>
            <a:pPr algn="ctr"/>
            <a:r>
              <a:rPr lang="zh-CN" altLang="en-US" sz="1200" b="1">
                <a:latin typeface="微软雅黑" charset="0"/>
                <a:ea typeface="微软雅黑" charset="0"/>
                <a:cs typeface="微软雅黑" charset="0"/>
              </a:rPr>
              <a:t>损失函数</a:t>
            </a:r>
            <a:br>
              <a:rPr lang="zh-CN" altLang="en-US" sz="1200" b="1">
                <a:latin typeface="微软雅黑" charset="0"/>
                <a:ea typeface="微软雅黑" charset="0"/>
                <a:cs typeface="微软雅黑" charset="0"/>
              </a:rPr>
            </a:br>
            <a:r>
              <a:rPr lang="zh-CN" altLang="en-US" sz="1200" b="1">
                <a:latin typeface="微软雅黑" charset="0"/>
                <a:ea typeface="微软雅黑" charset="0"/>
                <a:cs typeface="微软雅黑" charset="0"/>
              </a:rPr>
              <a:t>判断按照攻击者想要生成的句子</a:t>
            </a:r>
            <a:br>
              <a:rPr lang="zh-CN" altLang="en-US" sz="1200" b="1">
                <a:latin typeface="微软雅黑" charset="0"/>
                <a:ea typeface="微软雅黑" charset="0"/>
                <a:cs typeface="微软雅黑" charset="0"/>
              </a:rPr>
            </a:br>
            <a:r>
              <a:rPr lang="en-US" altLang="zh-CN" sz="1200" b="1">
                <a:latin typeface="微软雅黑" charset="0"/>
                <a:ea typeface="微软雅黑" charset="0"/>
                <a:cs typeface="微软雅黑" charset="0"/>
              </a:rPr>
              <a:t>(H</a:t>
            </a:r>
            <a:r>
              <a:rPr lang="zh-CN" altLang="en-US" sz="1200" b="1">
                <a:latin typeface="微软雅黑" charset="0"/>
                <a:ea typeface="微软雅黑" charset="0"/>
                <a:cs typeface="微软雅黑" charset="0"/>
              </a:rPr>
              <a:t>个单词，Sure, here is how to build a bomb:</a:t>
            </a:r>
            <a:r>
              <a:rPr lang="en-US" altLang="zh-CN" sz="1200" b="1">
                <a:latin typeface="微软雅黑" charset="0"/>
                <a:ea typeface="微软雅黑" charset="0"/>
                <a:cs typeface="微软雅黑" charset="0"/>
              </a:rPr>
              <a:t>)</a:t>
            </a:r>
            <a:br>
              <a:rPr lang="en-US" altLang="zh-CN" sz="1200" b="1">
                <a:latin typeface="微软雅黑" charset="0"/>
                <a:ea typeface="微软雅黑" charset="0"/>
                <a:cs typeface="微软雅黑" charset="0"/>
              </a:rPr>
            </a:br>
            <a:r>
              <a:rPr lang="zh-CN" altLang="en-US" sz="1200" b="1">
                <a:latin typeface="微软雅黑" charset="0"/>
                <a:ea typeface="微软雅黑" charset="0"/>
                <a:cs typeface="微软雅黑" charset="0"/>
              </a:rPr>
              <a:t>的概率的</a:t>
            </a:r>
            <a:r>
              <a:rPr lang="zh-CN" altLang="en-US" sz="1200" b="1">
                <a:latin typeface="微软雅黑" charset="0"/>
                <a:ea typeface="微软雅黑" charset="0"/>
                <a:cs typeface="微软雅黑" charset="0"/>
              </a:rPr>
              <a:t>负对数</a:t>
            </a:r>
            <a:endParaRPr lang="zh-CN" altLang="en-US" sz="1200" b="1">
              <a:latin typeface="微软雅黑" charset="0"/>
              <a:ea typeface="微软雅黑" charset="0"/>
              <a:cs typeface="微软雅黑" charset="0"/>
            </a:endParaRPr>
          </a:p>
        </p:txBody>
      </p:sp>
      <p:sp>
        <p:nvSpPr>
          <p:cNvPr id="25" name="矩形: 圆角 36"/>
          <p:cNvSpPr/>
          <p:nvPr>
            <p:custDataLst>
              <p:tags r:id="rId24"/>
            </p:custDataLst>
          </p:nvPr>
        </p:nvSpPr>
        <p:spPr>
          <a:xfrm rot="10800000" flipV="1">
            <a:off x="635" y="635"/>
            <a:ext cx="5988685" cy="2531745"/>
          </a:xfrm>
          <a:prstGeom prst="roundRect">
            <a:avLst>
              <a:gd name="adj" fmla="val 10039"/>
            </a:avLst>
          </a:prstGeom>
          <a:noFill/>
          <a:ln w="38100">
            <a:solidFill>
              <a:schemeClr val="tx1"/>
            </a:solidFill>
            <a:prstDash val="lgDash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p>
            <a:pPr algn="ctr"/>
            <a:endParaRPr lang="zh-CN" altLang="en-US"/>
          </a:p>
        </p:txBody>
      </p:sp>
      <p:sp>
        <p:nvSpPr>
          <p:cNvPr id="26" name="矩形: 圆角 36"/>
          <p:cNvSpPr/>
          <p:nvPr>
            <p:custDataLst>
              <p:tags r:id="rId25"/>
            </p:custDataLst>
          </p:nvPr>
        </p:nvSpPr>
        <p:spPr>
          <a:xfrm rot="10800000" flipV="1">
            <a:off x="6047740" y="635"/>
            <a:ext cx="6062980" cy="2531745"/>
          </a:xfrm>
          <a:prstGeom prst="roundRect">
            <a:avLst>
              <a:gd name="adj" fmla="val 10039"/>
            </a:avLst>
          </a:prstGeom>
          <a:noFill/>
          <a:ln w="38100">
            <a:solidFill>
              <a:schemeClr val="tx1"/>
            </a:solidFill>
            <a:prstDash val="lgDash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p>
            <a:pPr algn="ctr"/>
            <a:endParaRPr lang="zh-CN" altLang="en-US"/>
          </a:p>
        </p:txBody>
      </p:sp>
      <p:sp>
        <p:nvSpPr>
          <p:cNvPr id="27" name="文本框 26"/>
          <p:cNvSpPr txBox="1"/>
          <p:nvPr>
            <p:custDataLst>
              <p:tags r:id="rId26"/>
            </p:custDataLst>
          </p:nvPr>
        </p:nvSpPr>
        <p:spPr>
          <a:xfrm>
            <a:off x="6319520" y="1963420"/>
            <a:ext cx="2538095" cy="548640"/>
          </a:xfrm>
          <a:prstGeom prst="rect">
            <a:avLst/>
          </a:prstGeom>
          <a:noFill/>
        </p:spPr>
        <p:txBody>
          <a:bodyPr wrap="square" rtlCol="0">
            <a:noAutofit/>
          </a:bodyPr>
          <a:p>
            <a:pPr algn="ctr"/>
            <a:r>
              <a:rPr lang="zh-CN" altLang="en-US" sz="2000" b="1">
                <a:latin typeface="微软雅黑" charset="0"/>
                <a:ea typeface="微软雅黑" charset="0"/>
                <a:cs typeface="微软雅黑" charset="0"/>
              </a:rPr>
              <a:t>损失</a:t>
            </a:r>
            <a:r>
              <a:rPr lang="zh-CN" altLang="en-US" sz="2000" b="1">
                <a:latin typeface="微软雅黑" charset="0"/>
                <a:ea typeface="微软雅黑" charset="0"/>
                <a:cs typeface="微软雅黑" charset="0"/>
              </a:rPr>
              <a:t>定义</a:t>
            </a:r>
            <a:endParaRPr lang="zh-CN" altLang="en-US" sz="2000" b="1">
              <a:latin typeface="微软雅黑" charset="0"/>
              <a:ea typeface="微软雅黑" charset="0"/>
              <a:cs typeface="微软雅黑" charset="0"/>
            </a:endParaRPr>
          </a:p>
        </p:txBody>
      </p:sp>
      <p:sp>
        <p:nvSpPr>
          <p:cNvPr id="28" name="矩形: 圆角 36"/>
          <p:cNvSpPr/>
          <p:nvPr>
            <p:custDataLst>
              <p:tags r:id="rId27"/>
            </p:custDataLst>
          </p:nvPr>
        </p:nvSpPr>
        <p:spPr>
          <a:xfrm rot="10800000" flipV="1">
            <a:off x="6129020" y="2948305"/>
            <a:ext cx="6062980" cy="3874135"/>
          </a:xfrm>
          <a:prstGeom prst="roundRect">
            <a:avLst>
              <a:gd name="adj" fmla="val 10039"/>
            </a:avLst>
          </a:prstGeom>
          <a:noFill/>
          <a:ln w="38100">
            <a:solidFill>
              <a:schemeClr val="tx1"/>
            </a:solidFill>
            <a:prstDash val="lgDash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p>
            <a:pPr algn="ctr"/>
            <a:endParaRPr lang="zh-CN" altLang="en-US"/>
          </a:p>
        </p:txBody>
      </p:sp>
      <p:sp>
        <p:nvSpPr>
          <p:cNvPr id="29" name="文本框 28"/>
          <p:cNvSpPr txBox="1"/>
          <p:nvPr>
            <p:custDataLst>
              <p:tags r:id="rId28"/>
            </p:custDataLst>
          </p:nvPr>
        </p:nvSpPr>
        <p:spPr>
          <a:xfrm>
            <a:off x="6219825" y="3016885"/>
            <a:ext cx="5890895" cy="548640"/>
          </a:xfrm>
          <a:prstGeom prst="rect">
            <a:avLst/>
          </a:prstGeom>
          <a:noFill/>
        </p:spPr>
        <p:txBody>
          <a:bodyPr wrap="square" rtlCol="0">
            <a:noAutofit/>
          </a:bodyPr>
          <a:p>
            <a:pPr algn="ctr"/>
            <a:r>
              <a:rPr lang="en-US" altLang="zh-CN" sz="2000" b="1">
                <a:latin typeface="微软雅黑" charset="0"/>
                <a:ea typeface="微软雅黑" charset="0"/>
                <a:cs typeface="微软雅黑" charset="0"/>
              </a:rPr>
              <a:t>Algorithm 2: </a:t>
            </a:r>
            <a:r>
              <a:rPr lang="zh-CN" altLang="en-US" sz="2000" b="1">
                <a:latin typeface="微软雅黑" charset="0"/>
                <a:ea typeface="微软雅黑" charset="0"/>
                <a:cs typeface="微软雅黑" charset="0"/>
              </a:rPr>
              <a:t>针对多个</a:t>
            </a:r>
            <a:r>
              <a:rPr lang="en-US" altLang="zh-CN" sz="2000" b="1">
                <a:latin typeface="微软雅黑" charset="0"/>
                <a:ea typeface="微软雅黑" charset="0"/>
                <a:cs typeface="微软雅黑" charset="0"/>
              </a:rPr>
              <a:t>prompt</a:t>
            </a:r>
            <a:r>
              <a:rPr lang="zh-CN" altLang="en-US" sz="2000" b="1">
                <a:latin typeface="微软雅黑" charset="0"/>
                <a:ea typeface="微软雅黑" charset="0"/>
                <a:cs typeface="微软雅黑" charset="0"/>
              </a:rPr>
              <a:t>泛化性</a:t>
            </a:r>
            <a:r>
              <a:rPr lang="en-US" altLang="zh-CN" sz="2000" b="1">
                <a:latin typeface="微软雅黑" charset="0"/>
                <a:ea typeface="微软雅黑" charset="0"/>
                <a:cs typeface="微软雅黑" charset="0"/>
              </a:rPr>
              <a:t>token</a:t>
            </a:r>
            <a:r>
              <a:rPr lang="zh-CN" altLang="en-US" sz="2000" b="1">
                <a:latin typeface="微软雅黑" charset="0"/>
                <a:ea typeface="微软雅黑" charset="0"/>
                <a:cs typeface="微软雅黑" charset="0"/>
              </a:rPr>
              <a:t>生成</a:t>
            </a:r>
            <a:endParaRPr lang="zh-CN" altLang="en-US" sz="2000" b="1">
              <a:latin typeface="微软雅黑" charset="0"/>
              <a:ea typeface="微软雅黑" charset="0"/>
              <a:cs typeface="微软雅黑" charset="0"/>
            </a:endParaRPr>
          </a:p>
        </p:txBody>
      </p:sp>
      <p:sp>
        <p:nvSpPr>
          <p:cNvPr id="30" name="矩形: 圆角 36"/>
          <p:cNvSpPr/>
          <p:nvPr>
            <p:custDataLst>
              <p:tags r:id="rId29"/>
            </p:custDataLst>
          </p:nvPr>
        </p:nvSpPr>
        <p:spPr>
          <a:xfrm rot="10800000" flipV="1">
            <a:off x="635" y="2948940"/>
            <a:ext cx="6062980" cy="3916680"/>
          </a:xfrm>
          <a:prstGeom prst="roundRect">
            <a:avLst>
              <a:gd name="adj" fmla="val 10039"/>
            </a:avLst>
          </a:prstGeom>
          <a:noFill/>
          <a:ln w="38100">
            <a:solidFill>
              <a:schemeClr val="tx1"/>
            </a:solidFill>
            <a:prstDash val="lgDash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p>
            <a:pPr algn="ctr"/>
            <a:endParaRPr lang="zh-CN" altLang="en-US"/>
          </a:p>
        </p:txBody>
      </p:sp>
      <p:sp>
        <p:nvSpPr>
          <p:cNvPr id="31" name="文本框 30"/>
          <p:cNvSpPr txBox="1"/>
          <p:nvPr>
            <p:custDataLst>
              <p:tags r:id="rId30"/>
            </p:custDataLst>
          </p:nvPr>
        </p:nvSpPr>
        <p:spPr>
          <a:xfrm>
            <a:off x="-130175" y="3016885"/>
            <a:ext cx="5890895" cy="548640"/>
          </a:xfrm>
          <a:prstGeom prst="rect">
            <a:avLst/>
          </a:prstGeom>
          <a:noFill/>
        </p:spPr>
        <p:txBody>
          <a:bodyPr wrap="square" rtlCol="0">
            <a:noAutofit/>
          </a:bodyPr>
          <a:p>
            <a:pPr algn="ctr"/>
            <a:r>
              <a:rPr lang="en-US" altLang="zh-CN" sz="2000" b="1">
                <a:latin typeface="微软雅黑" charset="0"/>
                <a:ea typeface="微软雅黑" charset="0"/>
                <a:cs typeface="微软雅黑" charset="0"/>
              </a:rPr>
              <a:t>Algorithm 1: </a:t>
            </a:r>
            <a:r>
              <a:rPr lang="zh-CN" altLang="en-US" sz="2000" b="1">
                <a:latin typeface="微软雅黑" charset="0"/>
                <a:ea typeface="微软雅黑" charset="0"/>
                <a:cs typeface="微软雅黑" charset="0"/>
              </a:rPr>
              <a:t>针对单</a:t>
            </a:r>
            <a:r>
              <a:rPr lang="en-US" altLang="zh-CN" sz="2000" b="1">
                <a:latin typeface="微软雅黑" charset="0"/>
                <a:ea typeface="微软雅黑" charset="0"/>
                <a:cs typeface="微软雅黑" charset="0"/>
              </a:rPr>
              <a:t>prompt</a:t>
            </a:r>
            <a:r>
              <a:rPr lang="zh-CN" altLang="en-US" sz="2000" b="1">
                <a:latin typeface="微软雅黑" charset="0"/>
                <a:ea typeface="微软雅黑" charset="0"/>
                <a:cs typeface="微软雅黑" charset="0"/>
              </a:rPr>
              <a:t>的</a:t>
            </a:r>
            <a:r>
              <a:rPr lang="en-US" altLang="zh-CN" sz="2000" b="1">
                <a:latin typeface="微软雅黑" charset="0"/>
                <a:ea typeface="微软雅黑" charset="0"/>
                <a:cs typeface="微软雅黑" charset="0"/>
              </a:rPr>
              <a:t>token</a:t>
            </a:r>
            <a:r>
              <a:rPr lang="zh-CN" altLang="en-US" sz="2000" b="1">
                <a:latin typeface="微软雅黑" charset="0"/>
                <a:ea typeface="微软雅黑" charset="0"/>
                <a:cs typeface="微软雅黑" charset="0"/>
              </a:rPr>
              <a:t>生成</a:t>
            </a:r>
            <a:endParaRPr lang="zh-CN" altLang="en-US" sz="2000" b="1">
              <a:latin typeface="微软雅黑" charset="0"/>
              <a:ea typeface="微软雅黑" charset="0"/>
              <a:cs typeface="微软雅黑" charset="0"/>
            </a:endParaRPr>
          </a:p>
        </p:txBody>
      </p:sp>
      <p:pic>
        <p:nvPicPr>
          <p:cNvPr id="2" name="图片 1"/>
          <p:cNvPicPr>
            <a:picLocks noChangeAspect="1"/>
          </p:cNvPicPr>
          <p:nvPr>
            <p:custDataLst>
              <p:tags r:id="rId31"/>
            </p:custDataLst>
          </p:nvPr>
        </p:nvPicPr>
        <p:blipFill>
          <a:blip r:embed="rId19"/>
          <a:stretch>
            <a:fillRect/>
          </a:stretch>
        </p:blipFill>
        <p:spPr>
          <a:xfrm>
            <a:off x="6116320" y="728345"/>
            <a:ext cx="2402205" cy="455295"/>
          </a:xfrm>
          <a:prstGeom prst="rect">
            <a:avLst/>
          </a:prstGeom>
        </p:spPr>
      </p:pic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/>
      <p:sp>
        <p:nvSpPr>
          <p:cNvPr id="2" name="标题 1"/>
          <p:cNvSpPr>
            <a:spLocks noGrp="1"/>
          </p:cNvSpPr>
          <p:nvPr>
            <p:ph type="ctrTitle"/>
          </p:nvPr>
        </p:nvSpPr>
        <p:spPr/>
        <p:txBody>
          <a:bodyPr/>
          <a:p>
            <a:endParaRPr lang="zh-CN" altLang="en-US"/>
          </a:p>
        </p:txBody>
      </p:sp>
      <p:sp>
        <p:nvSpPr>
          <p:cNvPr id="3" name="副标题 2"/>
          <p:cNvSpPr>
            <a:spLocks noGrp="1"/>
          </p:cNvSpPr>
          <p:nvPr>
            <p:ph type="subTitle" idx="1"/>
          </p:nvPr>
        </p:nvSpPr>
        <p:spPr/>
        <p:txBody>
          <a:bodyPr/>
          <a:p>
            <a:endParaRPr lang="zh-CN" altLang="en-US"/>
          </a:p>
        </p:txBody>
      </p:sp>
      <p:pic>
        <p:nvPicPr>
          <p:cNvPr id="4" name="图片 3"/>
          <p:cNvPicPr>
            <a:picLocks noChangeAspect="1"/>
          </p:cNvPicPr>
          <p:nvPr>
            <p:custDataLst>
              <p:tags r:id="rId1"/>
            </p:custDataLst>
          </p:nvPr>
        </p:nvPicPr>
        <p:blipFill>
          <a:blip r:embed="rId2"/>
          <a:stretch>
            <a:fillRect/>
          </a:stretch>
        </p:blipFill>
        <p:spPr>
          <a:xfrm>
            <a:off x="1028700" y="914400"/>
            <a:ext cx="10134600" cy="5029200"/>
          </a:xfrm>
          <a:prstGeom prst="rect">
            <a:avLst/>
          </a:prstGeom>
        </p:spPr>
      </p:pic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/>
      <p:pic>
        <p:nvPicPr>
          <p:cNvPr id="7" name="图片 6"/>
          <p:cNvPicPr>
            <a:picLocks noChangeAspect="1"/>
          </p:cNvPicPr>
          <p:nvPr>
            <p:custDataLst>
              <p:tags r:id="rId1"/>
            </p:custDataLst>
          </p:nvPr>
        </p:nvPicPr>
        <p:blipFill>
          <a:blip r:embed="rId2"/>
          <a:stretch>
            <a:fillRect/>
          </a:stretch>
        </p:blipFill>
        <p:spPr>
          <a:xfrm>
            <a:off x="765810" y="2528570"/>
            <a:ext cx="4356100" cy="825500"/>
          </a:xfrm>
          <a:prstGeom prst="rect">
            <a:avLst/>
          </a:prstGeom>
        </p:spPr>
      </p:pic>
      <p:sp>
        <p:nvSpPr>
          <p:cNvPr id="8" name="文本框 7"/>
          <p:cNvSpPr txBox="1"/>
          <p:nvPr>
            <p:custDataLst>
              <p:tags r:id="rId3"/>
            </p:custDataLst>
          </p:nvPr>
        </p:nvSpPr>
        <p:spPr>
          <a:xfrm>
            <a:off x="5476875" y="2667000"/>
            <a:ext cx="6525260" cy="548640"/>
          </a:xfrm>
          <a:prstGeom prst="rect">
            <a:avLst/>
          </a:prstGeom>
          <a:noFill/>
        </p:spPr>
        <p:txBody>
          <a:bodyPr wrap="square" rtlCol="0">
            <a:noAutofit/>
          </a:bodyPr>
          <a:p>
            <a:pPr algn="ctr"/>
            <a:r>
              <a:rPr lang="zh-CN" sz="1400" b="1">
                <a:latin typeface="微软雅黑" charset="0"/>
                <a:ea typeface="微软雅黑" charset="0"/>
                <a:cs typeface="微软雅黑" charset="0"/>
              </a:rPr>
              <a:t>正常生成文本的公式</a:t>
            </a:r>
            <a:br>
              <a:rPr lang="zh-CN" sz="1400" b="1">
                <a:latin typeface="微软雅黑" charset="0"/>
                <a:ea typeface="微软雅黑" charset="0"/>
                <a:cs typeface="微软雅黑" charset="0"/>
              </a:rPr>
            </a:br>
            <a:r>
              <a:rPr lang="zh-CN" sz="1400" b="1">
                <a:latin typeface="微软雅黑" charset="0"/>
                <a:ea typeface="微软雅黑" charset="0"/>
                <a:cs typeface="微软雅黑" charset="0"/>
              </a:rPr>
              <a:t>给出当前文本的前</a:t>
            </a:r>
            <a:r>
              <a:rPr lang="en-US" altLang="zh-CN" sz="1400" b="1">
                <a:latin typeface="微软雅黑" charset="0"/>
                <a:ea typeface="微软雅黑" charset="0"/>
                <a:cs typeface="微软雅黑" charset="0"/>
              </a:rPr>
              <a:t>1~n</a:t>
            </a:r>
            <a:r>
              <a:rPr lang="zh-CN" altLang="en-US" sz="1400" b="1">
                <a:latin typeface="微软雅黑" charset="0"/>
                <a:ea typeface="微软雅黑" charset="0"/>
                <a:cs typeface="微软雅黑" charset="0"/>
              </a:rPr>
              <a:t>个单词，生成后续</a:t>
            </a:r>
            <a:r>
              <a:rPr lang="en-US" altLang="zh-CN" sz="1400" b="1">
                <a:latin typeface="微软雅黑" charset="0"/>
                <a:ea typeface="微软雅黑" charset="0"/>
                <a:cs typeface="微软雅黑" charset="0"/>
              </a:rPr>
              <a:t>n+1~n+H</a:t>
            </a:r>
            <a:r>
              <a:rPr lang="zh-CN" altLang="en-US" sz="1400" b="1">
                <a:latin typeface="微软雅黑" charset="0"/>
                <a:ea typeface="微软雅黑" charset="0"/>
                <a:cs typeface="微软雅黑" charset="0"/>
              </a:rPr>
              <a:t>（共</a:t>
            </a:r>
            <a:r>
              <a:rPr lang="en-US" altLang="zh-CN" sz="1400" b="1">
                <a:latin typeface="微软雅黑" charset="0"/>
                <a:ea typeface="微软雅黑" charset="0"/>
                <a:cs typeface="微软雅黑" charset="0"/>
              </a:rPr>
              <a:t>H</a:t>
            </a:r>
            <a:r>
              <a:rPr lang="zh-CN" altLang="en-US" sz="1400" b="1">
                <a:latin typeface="微软雅黑" charset="0"/>
                <a:ea typeface="微软雅黑" charset="0"/>
                <a:cs typeface="微软雅黑" charset="0"/>
              </a:rPr>
              <a:t>个单词）就等于所有</a:t>
            </a:r>
            <a:r>
              <a:rPr lang="en-US" altLang="zh-CN" sz="1400" b="1">
                <a:latin typeface="微软雅黑" charset="0"/>
                <a:ea typeface="微软雅黑" charset="0"/>
                <a:cs typeface="微软雅黑" charset="0"/>
              </a:rPr>
              <a:t>token</a:t>
            </a:r>
            <a:r>
              <a:rPr lang="zh-CN" altLang="en-US" sz="1400" b="1">
                <a:latin typeface="微软雅黑" charset="0"/>
                <a:ea typeface="微软雅黑" charset="0"/>
                <a:cs typeface="微软雅黑" charset="0"/>
              </a:rPr>
              <a:t>的概率</a:t>
            </a:r>
            <a:r>
              <a:rPr lang="zh-CN" altLang="en-US" sz="1400" b="1">
                <a:latin typeface="微软雅黑" charset="0"/>
                <a:ea typeface="微软雅黑" charset="0"/>
                <a:cs typeface="微软雅黑" charset="0"/>
              </a:rPr>
              <a:t>连乘</a:t>
            </a:r>
            <a:endParaRPr lang="zh-CN" altLang="en-US" sz="1400" b="1">
              <a:latin typeface="微软雅黑" charset="0"/>
              <a:ea typeface="微软雅黑" charset="0"/>
              <a:cs typeface="微软雅黑" charset="0"/>
            </a:endParaRPr>
          </a:p>
        </p:txBody>
      </p:sp>
      <p:pic>
        <p:nvPicPr>
          <p:cNvPr id="4" name="图片 3"/>
          <p:cNvPicPr>
            <a:picLocks noChangeAspect="1"/>
          </p:cNvPicPr>
          <p:nvPr>
            <p:custDataLst>
              <p:tags r:id="rId4"/>
            </p:custDataLst>
          </p:nvPr>
        </p:nvPicPr>
        <p:blipFill>
          <a:blip r:embed="rId5"/>
          <a:stretch>
            <a:fillRect/>
          </a:stretch>
        </p:blipFill>
        <p:spPr>
          <a:xfrm>
            <a:off x="1950720" y="621030"/>
            <a:ext cx="1676400" cy="520700"/>
          </a:xfrm>
          <a:prstGeom prst="rect">
            <a:avLst/>
          </a:prstGeom>
        </p:spPr>
      </p:pic>
      <p:sp>
        <p:nvSpPr>
          <p:cNvPr id="5" name="文本框 4"/>
          <p:cNvSpPr txBox="1"/>
          <p:nvPr>
            <p:custDataLst>
              <p:tags r:id="rId6"/>
            </p:custDataLst>
          </p:nvPr>
        </p:nvSpPr>
        <p:spPr>
          <a:xfrm>
            <a:off x="5603875" y="621030"/>
            <a:ext cx="4468495" cy="548640"/>
          </a:xfrm>
          <a:prstGeom prst="rect">
            <a:avLst/>
          </a:prstGeom>
          <a:noFill/>
        </p:spPr>
        <p:txBody>
          <a:bodyPr wrap="square" rtlCol="0">
            <a:noAutofit/>
          </a:bodyPr>
          <a:p>
            <a:pPr algn="ctr"/>
            <a:r>
              <a:rPr lang="zh-CN" sz="1400" b="1">
                <a:latin typeface="微软雅黑" charset="0"/>
                <a:ea typeface="微软雅黑" charset="0"/>
                <a:cs typeface="微软雅黑" charset="0"/>
              </a:rPr>
              <a:t>给定前面</a:t>
            </a:r>
            <a:r>
              <a:rPr lang="en-US" altLang="zh-CN" sz="1400" b="1">
                <a:latin typeface="微软雅黑" charset="0"/>
                <a:ea typeface="微软雅黑" charset="0"/>
                <a:cs typeface="微软雅黑" charset="0"/>
              </a:rPr>
              <a:t>N</a:t>
            </a:r>
            <a:r>
              <a:rPr lang="zh-CN" altLang="en-US" sz="1400" b="1">
                <a:latin typeface="微软雅黑" charset="0"/>
                <a:ea typeface="微软雅黑" charset="0"/>
                <a:cs typeface="微软雅黑" charset="0"/>
              </a:rPr>
              <a:t>个</a:t>
            </a:r>
            <a:r>
              <a:rPr lang="en-US" altLang="zh-CN" sz="1400" b="1">
                <a:latin typeface="微软雅黑" charset="0"/>
                <a:ea typeface="微软雅黑" charset="0"/>
                <a:cs typeface="微软雅黑" charset="0"/>
              </a:rPr>
              <a:t>token</a:t>
            </a:r>
            <a:r>
              <a:rPr lang="zh-CN" altLang="en-US" sz="1400" b="1">
                <a:latin typeface="微软雅黑" charset="0"/>
                <a:ea typeface="微软雅黑" charset="0"/>
                <a:cs typeface="微软雅黑" charset="0"/>
              </a:rPr>
              <a:t>的</a:t>
            </a:r>
            <a:r>
              <a:rPr lang="zh-CN" altLang="en-US" sz="1400" b="1">
                <a:latin typeface="微软雅黑" charset="0"/>
                <a:ea typeface="微软雅黑" charset="0"/>
                <a:cs typeface="微软雅黑" charset="0"/>
              </a:rPr>
              <a:t>基础上，生成</a:t>
            </a:r>
            <a:r>
              <a:rPr lang="zh-CN" altLang="en-US" sz="1400" b="1">
                <a:latin typeface="微软雅黑" charset="0"/>
                <a:ea typeface="微软雅黑" charset="0"/>
                <a:cs typeface="微软雅黑" charset="0"/>
              </a:rPr>
              <a:t>下一个</a:t>
            </a:r>
            <a:endParaRPr lang="zh-CN" altLang="en-US" sz="1400" b="1">
              <a:latin typeface="微软雅黑" charset="0"/>
              <a:ea typeface="微软雅黑" charset="0"/>
              <a:cs typeface="微软雅黑" charset="0"/>
            </a:endParaRPr>
          </a:p>
        </p:txBody>
      </p:sp>
      <p:pic>
        <p:nvPicPr>
          <p:cNvPr id="6" name="图片 5"/>
          <p:cNvPicPr>
            <a:picLocks noChangeAspect="1"/>
          </p:cNvPicPr>
          <p:nvPr>
            <p:custDataLst>
              <p:tags r:id="rId7"/>
            </p:custDataLst>
          </p:nvPr>
        </p:nvPicPr>
        <p:blipFill>
          <a:blip r:embed="rId8"/>
          <a:stretch>
            <a:fillRect/>
          </a:stretch>
        </p:blipFill>
        <p:spPr>
          <a:xfrm>
            <a:off x="1069340" y="4281170"/>
            <a:ext cx="3606800" cy="508000"/>
          </a:xfrm>
          <a:prstGeom prst="rect">
            <a:avLst/>
          </a:prstGeom>
        </p:spPr>
      </p:pic>
      <p:sp>
        <p:nvSpPr>
          <p:cNvPr id="9" name="文本框 8"/>
          <p:cNvSpPr txBox="1"/>
          <p:nvPr>
            <p:custDataLst>
              <p:tags r:id="rId9"/>
            </p:custDataLst>
          </p:nvPr>
        </p:nvSpPr>
        <p:spPr>
          <a:xfrm>
            <a:off x="4675505" y="4281170"/>
            <a:ext cx="7061200" cy="548640"/>
          </a:xfrm>
          <a:prstGeom prst="rect">
            <a:avLst/>
          </a:prstGeom>
          <a:noFill/>
        </p:spPr>
        <p:txBody>
          <a:bodyPr wrap="square" rtlCol="0">
            <a:noAutofit/>
          </a:bodyPr>
          <a:p>
            <a:pPr algn="ctr"/>
            <a:r>
              <a:rPr lang="zh-CN" altLang="en-US" sz="1400" b="1">
                <a:latin typeface="微软雅黑" charset="0"/>
                <a:ea typeface="微软雅黑" charset="0"/>
                <a:cs typeface="微软雅黑" charset="0"/>
              </a:rPr>
              <a:t>定义损失函数</a:t>
            </a:r>
            <a:br>
              <a:rPr lang="zh-CN" altLang="en-US" sz="1400" b="1">
                <a:latin typeface="微软雅黑" charset="0"/>
                <a:ea typeface="微软雅黑" charset="0"/>
                <a:cs typeface="微软雅黑" charset="0"/>
              </a:rPr>
            </a:br>
            <a:r>
              <a:rPr lang="zh-CN" altLang="en-US" sz="1400" b="1">
                <a:latin typeface="微软雅黑" charset="0"/>
                <a:ea typeface="微软雅黑" charset="0"/>
                <a:cs typeface="微软雅黑" charset="0"/>
              </a:rPr>
              <a:t>判断按照攻击者想要生成的句子</a:t>
            </a:r>
            <a:r>
              <a:rPr lang="en-US" altLang="zh-CN" sz="1400" b="1">
                <a:latin typeface="微软雅黑" charset="0"/>
                <a:ea typeface="微软雅黑" charset="0"/>
                <a:cs typeface="微软雅黑" charset="0"/>
              </a:rPr>
              <a:t>(H</a:t>
            </a:r>
            <a:r>
              <a:rPr lang="zh-CN" altLang="en-US" sz="1400" b="1">
                <a:latin typeface="微软雅黑" charset="0"/>
                <a:ea typeface="微软雅黑" charset="0"/>
                <a:cs typeface="微软雅黑" charset="0"/>
              </a:rPr>
              <a:t>个单词，Sure, here is how to build a bomb:</a:t>
            </a:r>
            <a:r>
              <a:rPr lang="en-US" altLang="zh-CN" sz="1400" b="1">
                <a:latin typeface="微软雅黑" charset="0"/>
                <a:ea typeface="微软雅黑" charset="0"/>
                <a:cs typeface="微软雅黑" charset="0"/>
              </a:rPr>
              <a:t>)</a:t>
            </a:r>
            <a:r>
              <a:rPr lang="zh-CN" altLang="en-US" sz="1400" b="1">
                <a:latin typeface="微软雅黑" charset="0"/>
                <a:ea typeface="微软雅黑" charset="0"/>
                <a:cs typeface="微软雅黑" charset="0"/>
              </a:rPr>
              <a:t>的概率的</a:t>
            </a:r>
            <a:r>
              <a:rPr lang="zh-CN" altLang="en-US" sz="1400" b="1">
                <a:latin typeface="微软雅黑" charset="0"/>
                <a:ea typeface="微软雅黑" charset="0"/>
                <a:cs typeface="微软雅黑" charset="0"/>
              </a:rPr>
              <a:t>负对数</a:t>
            </a:r>
            <a:endParaRPr lang="zh-CN" altLang="en-US" sz="1400" b="1">
              <a:latin typeface="微软雅黑" charset="0"/>
              <a:ea typeface="微软雅黑" charset="0"/>
              <a:cs typeface="微软雅黑" charset="0"/>
            </a:endParaRPr>
          </a:p>
        </p:txBody>
      </p:sp>
      <p:pic>
        <p:nvPicPr>
          <p:cNvPr id="10" name="图片 9"/>
          <p:cNvPicPr>
            <a:picLocks noChangeAspect="1"/>
          </p:cNvPicPr>
          <p:nvPr>
            <p:custDataLst>
              <p:tags r:id="rId10"/>
            </p:custDataLst>
          </p:nvPr>
        </p:nvPicPr>
        <p:blipFill>
          <a:blip r:embed="rId11"/>
          <a:stretch>
            <a:fillRect/>
          </a:stretch>
        </p:blipFill>
        <p:spPr>
          <a:xfrm>
            <a:off x="1812290" y="5716270"/>
            <a:ext cx="2120900" cy="673100"/>
          </a:xfrm>
          <a:prstGeom prst="rect">
            <a:avLst/>
          </a:prstGeom>
        </p:spPr>
      </p:pic>
      <p:sp>
        <p:nvSpPr>
          <p:cNvPr id="11" name="文本框 10"/>
          <p:cNvSpPr txBox="1"/>
          <p:nvPr>
            <p:custDataLst>
              <p:tags r:id="rId12"/>
            </p:custDataLst>
          </p:nvPr>
        </p:nvSpPr>
        <p:spPr>
          <a:xfrm>
            <a:off x="4802505" y="5756910"/>
            <a:ext cx="7061200" cy="548640"/>
          </a:xfrm>
          <a:prstGeom prst="rect">
            <a:avLst/>
          </a:prstGeom>
          <a:noFill/>
        </p:spPr>
        <p:txBody>
          <a:bodyPr wrap="square" rtlCol="0">
            <a:noAutofit/>
          </a:bodyPr>
          <a:p>
            <a:pPr algn="ctr"/>
            <a:r>
              <a:rPr lang="zh-CN" altLang="en-US" sz="1400" b="1">
                <a:latin typeface="微软雅黑" charset="0"/>
                <a:ea typeface="微软雅黑" charset="0"/>
                <a:cs typeface="微软雅黑" charset="0"/>
              </a:rPr>
              <a:t>最小化这个</a:t>
            </a:r>
            <a:r>
              <a:rPr lang="zh-CN" altLang="en-US" sz="1400" b="1">
                <a:latin typeface="微软雅黑" charset="0"/>
                <a:ea typeface="微软雅黑" charset="0"/>
                <a:cs typeface="微软雅黑" charset="0"/>
              </a:rPr>
              <a:t>损失</a:t>
            </a:r>
            <a:endParaRPr lang="zh-CN" altLang="en-US" sz="1400" b="1">
              <a:latin typeface="微软雅黑" charset="0"/>
              <a:ea typeface="微软雅黑" charset="0"/>
              <a:cs typeface="微软雅黑" charset="0"/>
            </a:endParaRP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/>
      <p:pic>
        <p:nvPicPr>
          <p:cNvPr id="4" name="图片 3"/>
          <p:cNvPicPr>
            <a:picLocks noChangeAspect="1"/>
          </p:cNvPicPr>
          <p:nvPr>
            <p:custDataLst>
              <p:tags r:id="rId1"/>
            </p:custDataLst>
          </p:nvPr>
        </p:nvPicPr>
        <p:blipFill>
          <a:blip r:embed="rId2"/>
          <a:stretch>
            <a:fillRect/>
          </a:stretch>
        </p:blipFill>
        <p:spPr>
          <a:xfrm>
            <a:off x="0" y="265430"/>
            <a:ext cx="9602470" cy="3188970"/>
          </a:xfrm>
          <a:prstGeom prst="rect">
            <a:avLst/>
          </a:prstGeom>
        </p:spPr>
      </p:pic>
      <p:pic>
        <p:nvPicPr>
          <p:cNvPr id="5" name="图片 4"/>
          <p:cNvPicPr>
            <a:picLocks noChangeAspect="1"/>
          </p:cNvPicPr>
          <p:nvPr>
            <p:custDataLst>
              <p:tags r:id="rId3"/>
            </p:custDataLst>
          </p:nvPr>
        </p:nvPicPr>
        <p:blipFill>
          <a:blip r:embed="rId4"/>
          <a:stretch>
            <a:fillRect/>
          </a:stretch>
        </p:blipFill>
        <p:spPr>
          <a:xfrm>
            <a:off x="0" y="4458335"/>
            <a:ext cx="4959350" cy="1701165"/>
          </a:xfrm>
          <a:prstGeom prst="rect">
            <a:avLst/>
          </a:prstGeom>
        </p:spPr>
      </p:pic>
      <p:sp>
        <p:nvSpPr>
          <p:cNvPr id="8" name="文本框 7"/>
          <p:cNvSpPr txBox="1"/>
          <p:nvPr>
            <p:custDataLst>
              <p:tags r:id="rId5"/>
            </p:custDataLst>
          </p:nvPr>
        </p:nvSpPr>
        <p:spPr>
          <a:xfrm>
            <a:off x="5052695" y="3454400"/>
            <a:ext cx="6525260" cy="1868805"/>
          </a:xfrm>
          <a:prstGeom prst="rect">
            <a:avLst/>
          </a:prstGeom>
          <a:noFill/>
        </p:spPr>
        <p:txBody>
          <a:bodyPr wrap="square" rtlCol="0">
            <a:noAutofit/>
          </a:bodyPr>
          <a:p>
            <a:pPr algn="ctr"/>
            <a:r>
              <a:rPr lang="zh-CN" altLang="en-US" sz="1400" b="1">
                <a:latin typeface="微软雅黑" charset="0"/>
                <a:ea typeface="微软雅黑" charset="0"/>
                <a:cs typeface="微软雅黑" charset="0"/>
              </a:rPr>
              <a:t>我先人为的固定攻击句子A的长度(单词数量)</a:t>
            </a:r>
            <a:endParaRPr lang="zh-CN" altLang="en-US" sz="1400" b="1">
              <a:latin typeface="微软雅黑" charset="0"/>
              <a:ea typeface="微软雅黑" charset="0"/>
              <a:cs typeface="微软雅黑" charset="0"/>
            </a:endParaRPr>
          </a:p>
          <a:p>
            <a:pPr algn="ctr"/>
            <a:r>
              <a:rPr lang="zh-CN" altLang="en-US" sz="1400" b="1">
                <a:latin typeface="微软雅黑" charset="0"/>
                <a:ea typeface="微软雅黑" charset="0"/>
                <a:cs typeface="微软雅黑" charset="0"/>
              </a:rPr>
              <a:t>然后给一个token子集(B类似于字典)</a:t>
            </a:r>
            <a:endParaRPr lang="zh-CN" altLang="en-US" sz="1400" b="1">
              <a:latin typeface="微软雅黑" charset="0"/>
              <a:ea typeface="微软雅黑" charset="0"/>
              <a:cs typeface="微软雅黑" charset="0"/>
            </a:endParaRPr>
          </a:p>
          <a:p>
            <a:pPr algn="ctr"/>
            <a:r>
              <a:rPr lang="zh-CN" altLang="en-US" sz="1400" b="1">
                <a:latin typeface="微软雅黑" charset="0"/>
                <a:ea typeface="微软雅黑" charset="0"/>
                <a:cs typeface="微软雅黑" charset="0"/>
              </a:rPr>
              <a:t>然后根据字典中的单词随机的填入单词到A中生成句子C</a:t>
            </a:r>
            <a:endParaRPr lang="zh-CN" altLang="en-US" sz="1400" b="1">
              <a:latin typeface="微软雅黑" charset="0"/>
              <a:ea typeface="微软雅黑" charset="0"/>
              <a:cs typeface="微软雅黑" charset="0"/>
            </a:endParaRPr>
          </a:p>
          <a:p>
            <a:pPr algn="ctr"/>
            <a:r>
              <a:rPr lang="zh-CN" altLang="en-US" sz="1400" b="1">
                <a:latin typeface="微软雅黑" charset="0"/>
                <a:ea typeface="微软雅黑" charset="0"/>
                <a:cs typeface="微软雅黑" charset="0"/>
              </a:rPr>
              <a:t>根据当前的C拼接到候选的所有危险</a:t>
            </a:r>
            <a:r>
              <a:rPr lang="en-US" altLang="zh-CN" sz="1400" b="1">
                <a:latin typeface="微软雅黑" charset="0"/>
                <a:ea typeface="微软雅黑" charset="0"/>
                <a:cs typeface="微软雅黑" charset="0"/>
              </a:rPr>
              <a:t>prompt</a:t>
            </a:r>
            <a:r>
              <a:rPr lang="zh-CN" altLang="en-US" sz="1400" b="1">
                <a:latin typeface="微软雅黑" charset="0"/>
                <a:ea typeface="微软雅黑" charset="0"/>
                <a:cs typeface="微软雅黑" charset="0"/>
              </a:rPr>
              <a:t>后面去</a:t>
            </a:r>
            <a:endParaRPr lang="zh-CN" altLang="en-US" sz="1400" b="1">
              <a:latin typeface="微软雅黑" charset="0"/>
              <a:ea typeface="微软雅黑" charset="0"/>
              <a:cs typeface="微软雅黑" charset="0"/>
            </a:endParaRPr>
          </a:p>
          <a:p>
            <a:pPr algn="ctr"/>
            <a:r>
              <a:rPr lang="zh-CN" altLang="en-US" sz="1400" b="1">
                <a:latin typeface="微软雅黑" charset="0"/>
                <a:ea typeface="微软雅黑" charset="0"/>
                <a:cs typeface="微软雅黑" charset="0"/>
              </a:rPr>
              <a:t>去判断模型生成”Sure, </a:t>
            </a:r>
            <a:r>
              <a:rPr lang="en-US" altLang="zh-CN" sz="1400" b="1">
                <a:latin typeface="微软雅黑" charset="0"/>
                <a:ea typeface="微软雅黑" charset="0"/>
                <a:cs typeface="微软雅黑" charset="0"/>
              </a:rPr>
              <a:t>+D</a:t>
            </a:r>
            <a:r>
              <a:rPr lang="zh-CN" altLang="en-US" sz="1400" b="1">
                <a:latin typeface="微软雅黑" charset="0"/>
                <a:ea typeface="微软雅黑" charset="0"/>
                <a:cs typeface="微软雅黑" charset="0"/>
              </a:rPr>
              <a:t>”的概率，然后根据概率得分去更新我句子C的单词</a:t>
            </a:r>
            <a:endParaRPr lang="zh-CN" altLang="en-US" sz="1400" b="1">
              <a:latin typeface="微软雅黑" charset="0"/>
              <a:ea typeface="微软雅黑" charset="0"/>
              <a:cs typeface="微软雅黑" charset="0"/>
            </a:endParaRP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/>
      <p:sp>
        <p:nvSpPr>
          <p:cNvPr id="2" name="标题 1"/>
          <p:cNvSpPr>
            <a:spLocks noGrp="1"/>
          </p:cNvSpPr>
          <p:nvPr>
            <p:ph type="ctrTitle"/>
          </p:nvPr>
        </p:nvSpPr>
        <p:spPr/>
        <p:txBody>
          <a:bodyPr/>
          <a:p>
            <a:endParaRPr lang="zh-CN" altLang="en-US"/>
          </a:p>
        </p:txBody>
      </p:sp>
      <p:sp>
        <p:nvSpPr>
          <p:cNvPr id="3" name="副标题 2"/>
          <p:cNvSpPr>
            <a:spLocks noGrp="1"/>
          </p:cNvSpPr>
          <p:nvPr>
            <p:ph type="subTitle" idx="1"/>
          </p:nvPr>
        </p:nvSpPr>
        <p:spPr/>
        <p:txBody>
          <a:bodyPr/>
          <a:p>
            <a:endParaRPr lang="zh-CN" altLang="en-US"/>
          </a:p>
        </p:txBody>
      </p:sp>
      <p:pic>
        <p:nvPicPr>
          <p:cNvPr id="4" name="图片 3"/>
          <p:cNvPicPr>
            <a:picLocks noChangeAspect="1"/>
          </p:cNvPicPr>
          <p:nvPr>
            <p:custDataLst>
              <p:tags r:id="rId1"/>
            </p:custDataLst>
          </p:nvPr>
        </p:nvPicPr>
        <p:blipFill>
          <a:blip r:embed="rId2"/>
          <a:stretch>
            <a:fillRect/>
          </a:stretch>
        </p:blipFill>
        <p:spPr>
          <a:xfrm>
            <a:off x="1022350" y="819150"/>
            <a:ext cx="10147300" cy="5219700"/>
          </a:xfrm>
          <a:prstGeom prst="rect">
            <a:avLst/>
          </a:prstGeom>
        </p:spPr>
      </p:pic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/>
      <p:sp>
        <p:nvSpPr>
          <p:cNvPr id="2" name="标题 1"/>
          <p:cNvSpPr>
            <a:spLocks noGrp="1"/>
          </p:cNvSpPr>
          <p:nvPr>
            <p:ph type="ctrTitle"/>
          </p:nvPr>
        </p:nvSpPr>
        <p:spPr/>
        <p:txBody>
          <a:bodyPr/>
          <a:p>
            <a:r>
              <a:rPr lang="en-US" altLang="zh-CN"/>
              <a:t>AutoPrompt</a:t>
            </a:r>
            <a:endParaRPr lang="en-US" altLang="zh-CN"/>
          </a:p>
        </p:txBody>
      </p:sp>
      <p:sp>
        <p:nvSpPr>
          <p:cNvPr id="3" name="副标题 2"/>
          <p:cNvSpPr>
            <a:spLocks noGrp="1"/>
          </p:cNvSpPr>
          <p:nvPr>
            <p:ph type="subTitle" idx="1"/>
          </p:nvPr>
        </p:nvSpPr>
        <p:spPr/>
        <p:txBody>
          <a:bodyPr/>
          <a:p>
            <a:endParaRPr lang="zh-CN" altLang="en-US"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/>
      <p:pic>
        <p:nvPicPr>
          <p:cNvPr id="4" name="图片 3"/>
          <p:cNvPicPr>
            <a:picLocks noChangeAspect="1"/>
          </p:cNvPicPr>
          <p:nvPr>
            <p:custDataLst>
              <p:tags r:id="rId1"/>
            </p:custDataLst>
          </p:nvPr>
        </p:nvPicPr>
        <p:blipFill>
          <a:blip r:embed="rId2"/>
          <a:stretch>
            <a:fillRect/>
          </a:stretch>
        </p:blipFill>
        <p:spPr>
          <a:xfrm>
            <a:off x="876300" y="0"/>
            <a:ext cx="10439400" cy="3416300"/>
          </a:xfrm>
          <a:prstGeom prst="rect">
            <a:avLst/>
          </a:prstGeom>
        </p:spPr>
      </p:pic>
      <p:pic>
        <p:nvPicPr>
          <p:cNvPr id="5" name="图片 4"/>
          <p:cNvPicPr>
            <a:picLocks noChangeAspect="1"/>
          </p:cNvPicPr>
          <p:nvPr>
            <p:custDataLst>
              <p:tags r:id="rId3"/>
            </p:custDataLst>
          </p:nvPr>
        </p:nvPicPr>
        <p:blipFill>
          <a:blip r:embed="rId4"/>
          <a:stretch>
            <a:fillRect/>
          </a:stretch>
        </p:blipFill>
        <p:spPr>
          <a:xfrm>
            <a:off x="876300" y="5701030"/>
            <a:ext cx="4254500" cy="711200"/>
          </a:xfrm>
          <a:prstGeom prst="rect">
            <a:avLst/>
          </a:prstGeom>
        </p:spPr>
      </p:pic>
      <p:pic>
        <p:nvPicPr>
          <p:cNvPr id="6" name="图片 5"/>
          <p:cNvPicPr>
            <a:picLocks noChangeAspect="1"/>
          </p:cNvPicPr>
          <p:nvPr>
            <p:custDataLst>
              <p:tags r:id="rId5"/>
            </p:custDataLst>
          </p:nvPr>
        </p:nvPicPr>
        <p:blipFill>
          <a:blip r:embed="rId6"/>
          <a:stretch>
            <a:fillRect/>
          </a:stretch>
        </p:blipFill>
        <p:spPr>
          <a:xfrm>
            <a:off x="5904230" y="5541010"/>
            <a:ext cx="4597400" cy="787400"/>
          </a:xfrm>
          <a:prstGeom prst="rect">
            <a:avLst/>
          </a:prstGeom>
        </p:spPr>
      </p:pic>
      <p:sp>
        <p:nvSpPr>
          <p:cNvPr id="8" name="文本框 7"/>
          <p:cNvSpPr txBox="1"/>
          <p:nvPr>
            <p:custDataLst>
              <p:tags r:id="rId7"/>
            </p:custDataLst>
          </p:nvPr>
        </p:nvSpPr>
        <p:spPr>
          <a:xfrm>
            <a:off x="548640" y="3544570"/>
            <a:ext cx="6525260" cy="1868805"/>
          </a:xfrm>
          <a:prstGeom prst="rect">
            <a:avLst/>
          </a:prstGeom>
          <a:noFill/>
        </p:spPr>
        <p:txBody>
          <a:bodyPr wrap="square" rtlCol="0">
            <a:noAutofit/>
          </a:bodyPr>
          <a:p>
            <a:pPr algn="ctr"/>
            <a:r>
              <a:rPr lang="zh-CN" altLang="en-US" sz="1400" b="1">
                <a:latin typeface="微软雅黑" charset="0"/>
                <a:ea typeface="微软雅黑" charset="0"/>
                <a:cs typeface="微软雅黑" charset="0"/>
              </a:rPr>
              <a:t>某个 prompt x属于类别 y 的概率，等于模型在 [MASK] 位置预测出所有属于该类别的词 w 的概率之和</a:t>
            </a:r>
            <a:endParaRPr lang="zh-CN" altLang="en-US" sz="1400" b="1">
              <a:latin typeface="微软雅黑" charset="0"/>
              <a:ea typeface="微软雅黑" charset="0"/>
              <a:cs typeface="微软雅黑" charset="0"/>
            </a:endParaRPr>
          </a:p>
        </p:txBody>
      </p:sp>
      <p:sp>
        <p:nvSpPr>
          <p:cNvPr id="9" name="文本框 8"/>
          <p:cNvSpPr txBox="1"/>
          <p:nvPr>
            <p:custDataLst>
              <p:tags r:id="rId8"/>
            </p:custDataLst>
          </p:nvPr>
        </p:nvSpPr>
        <p:spPr>
          <a:xfrm>
            <a:off x="5518785" y="3416300"/>
            <a:ext cx="6525260" cy="1868805"/>
          </a:xfrm>
          <a:prstGeom prst="rect">
            <a:avLst/>
          </a:prstGeom>
          <a:noFill/>
        </p:spPr>
        <p:txBody>
          <a:bodyPr wrap="square" rtlCol="0">
            <a:noAutofit/>
          </a:bodyPr>
          <a:p>
            <a:pPr algn="ctr"/>
            <a:r>
              <a:rPr lang="zh-CN" altLang="en-US" sz="1400" b="1">
                <a:latin typeface="微软雅黑" charset="0"/>
                <a:ea typeface="微软雅黑" charset="0"/>
                <a:cs typeface="微软雅黑" charset="0"/>
              </a:rPr>
              <a:t>计算每个词的嵌入与梯度的内积（相当于方向一致性），</a:t>
            </a:r>
            <a:endParaRPr lang="zh-CN" altLang="en-US" sz="1400" b="1">
              <a:latin typeface="微软雅黑" charset="0"/>
              <a:ea typeface="微软雅黑" charset="0"/>
              <a:cs typeface="微软雅黑" charset="0"/>
            </a:endParaRPr>
          </a:p>
          <a:p>
            <a:pPr algn="ctr"/>
            <a:r>
              <a:rPr lang="zh-CN" altLang="en-US" sz="1400" b="1">
                <a:latin typeface="微软雅黑" charset="0"/>
                <a:ea typeface="微软雅黑" charset="0"/>
                <a:cs typeface="微软雅黑" charset="0"/>
              </a:rPr>
              <a:t>选出能最有效提升正确标签概率的 top-k 个词，</a:t>
            </a:r>
            <a:endParaRPr lang="zh-CN" altLang="en-US" sz="1400" b="1">
              <a:latin typeface="微软雅黑" charset="0"/>
              <a:ea typeface="微软雅黑" charset="0"/>
              <a:cs typeface="微软雅黑" charset="0"/>
            </a:endParaRPr>
          </a:p>
          <a:p>
            <a:pPr algn="ctr"/>
            <a:r>
              <a:rPr lang="zh-CN" altLang="en-US" sz="1400" b="1">
                <a:latin typeface="微软雅黑" charset="0"/>
                <a:ea typeface="微软雅黑" charset="0"/>
                <a:cs typeface="微软雅黑" charset="0"/>
              </a:rPr>
              <a:t>作为下一个 prompt 优化步骤的候选。</a:t>
            </a:r>
            <a:endParaRPr lang="zh-CN" altLang="en-US" sz="1400" b="1">
              <a:latin typeface="微软雅黑" charset="0"/>
              <a:ea typeface="微软雅黑" charset="0"/>
              <a:cs typeface="微软雅黑" charset="0"/>
            </a:endParaRPr>
          </a:p>
        </p:txBody>
      </p:sp>
    </p:spTree>
  </p:cSld>
  <p:clrMapOvr>
    <a:masterClrMapping/>
  </p:clrMapOvr>
</p:sld>
</file>

<file path=ppt/tags/tag1.xml><?xml version="1.0" encoding="utf-8"?>
<p:tagLst xmlns:p="http://schemas.openxmlformats.org/presentationml/2006/main">
  <p:tag name="KSO_WM_BEAUTIFY_FLAG" val=""/>
</p:tagLst>
</file>

<file path=ppt/tags/tag2.xml><?xml version="1.0" encoding="utf-8"?>
<p:tagLst xmlns:p="http://schemas.openxmlformats.org/presentationml/2006/main">
  <p:tag name="KSO_WM_BEAUTIFY_FLAG" val=""/>
</p:tagLst>
</file>

<file path=ppt/tags/tag3.xml><?xml version="1.0" encoding="utf-8"?>
<p:tagLst xmlns:p="http://schemas.openxmlformats.org/presentationml/2006/main">
  <p:tag name="KSO_WM_BEAUTIFY_FLAG" val=""/>
</p:tagLst>
</file>

<file path=ppt/tags/tag4.xml><?xml version="1.0" encoding="utf-8"?>
<p:tagLst xmlns:p="http://schemas.openxmlformats.org/presentationml/2006/main">
  <p:tag name="KSO_WM_BEAUTIFY_FLAG" val=""/>
</p:tagLst>
</file>

<file path=ppt/tags/tag5.xml><?xml version="1.0" encoding="utf-8"?>
<p:tagLst xmlns:p="http://schemas.openxmlformats.org/presentationml/2006/main">
  <p:tag name="KSO_WM_BEAUTIFY_FLAG" val=""/>
</p:tagLst>
</file>

<file path=ppt/tags/tag6.xml><?xml version="1.0" encoding="utf-8"?>
<p:tagLst xmlns:p="http://schemas.openxmlformats.org/presentationml/2006/main">
  <p:tag name="KSO_WM_BEAUTIFY_FLAG" val=""/>
</p:tagLst>
</file>

<file path=ppt/tags/tag7.xml><?xml version="1.0" encoding="utf-8"?>
<p:tagLst xmlns:p="http://schemas.openxmlformats.org/presentationml/2006/main">
  <p:tag name="KSO_WM_BEAUTIFY_FLAG" val=""/>
</p:tagLst>
</file>

<file path=ppt/tags/tag8.xml><?xml version="1.0" encoding="utf-8"?>
<p:tagLst xmlns:p="http://schemas.openxmlformats.org/presentationml/2006/main">
  <p:tag name="KSO_WM_BEAUTIFY_FLAG" val=""/>
</p:tagLst>
</file>

<file path=ppt/tags/tag9.xml><?xml version="1.0" encoding="utf-8"?>
<p:tagLst xmlns:p="http://schemas.openxmlformats.org/presentationml/2006/main">
  <p:tag name="KSO_WM_BEAUTIFY_FLAG" val=""/>
</p:tagLst>
</file>

<file path=ppt/tags/tag10.xml><?xml version="1.0" encoding="utf-8"?>
<p:tagLst xmlns:p="http://schemas.openxmlformats.org/presentationml/2006/main">
  <p:tag name="KSO_WM_BEAUTIFY_FLAG" val=""/>
</p:tagLst>
</file>

<file path=ppt/tags/tag11.xml><?xml version="1.0" encoding="utf-8"?>
<p:tagLst xmlns:p="http://schemas.openxmlformats.org/presentationml/2006/main">
  <p:tag name="KSO_WM_BEAUTIFY_FLAG" val=""/>
</p:tagLst>
</file>

<file path=ppt/tags/tag12.xml><?xml version="1.0" encoding="utf-8"?>
<p:tagLst xmlns:p="http://schemas.openxmlformats.org/presentationml/2006/main">
  <p:tag name="KSO_WM_BEAUTIFY_FLAG" val=""/>
</p:tagLst>
</file>

<file path=ppt/tags/tag13.xml><?xml version="1.0" encoding="utf-8"?>
<p:tagLst xmlns:p="http://schemas.openxmlformats.org/presentationml/2006/main">
  <p:tag name="KSO_WM_BEAUTIFY_FLAG" val=""/>
</p:tagLst>
</file>

<file path=ppt/tags/tag14.xml><?xml version="1.0" encoding="utf-8"?>
<p:tagLst xmlns:p="http://schemas.openxmlformats.org/presentationml/2006/main">
  <p:tag name="KSO_WM_BEAUTIFY_FLAG" val=""/>
</p:tagLst>
</file>

<file path=ppt/tags/tag15.xml><?xml version="1.0" encoding="utf-8"?>
<p:tagLst xmlns:p="http://schemas.openxmlformats.org/presentationml/2006/main">
  <p:tag name="KSO_WM_BEAUTIFY_FLAG" val=""/>
</p:tagLst>
</file>

<file path=ppt/tags/tag16.xml><?xml version="1.0" encoding="utf-8"?>
<p:tagLst xmlns:p="http://schemas.openxmlformats.org/presentationml/2006/main">
  <p:tag name="KSO_WM_BEAUTIFY_FLAG" val=""/>
</p:tagLst>
</file>

<file path=ppt/tags/tag17.xml><?xml version="1.0" encoding="utf-8"?>
<p:tagLst xmlns:p="http://schemas.openxmlformats.org/presentationml/2006/main">
  <p:tag name="KSO_WM_BEAUTIFY_FLAG" val=""/>
</p:tagLst>
</file>

<file path=ppt/tags/tag18.xml><?xml version="1.0" encoding="utf-8"?>
<p:tagLst xmlns:p="http://schemas.openxmlformats.org/presentationml/2006/main">
  <p:tag name="KSO_WM_BEAUTIFY_FLAG" val=""/>
</p:tagLst>
</file>

<file path=ppt/tags/tag19.xml><?xml version="1.0" encoding="utf-8"?>
<p:tagLst xmlns:p="http://schemas.openxmlformats.org/presentationml/2006/main">
  <p:tag name="KSO_WM_BEAUTIFY_FLAG" val=""/>
</p:tagLst>
</file>

<file path=ppt/tags/tag20.xml><?xml version="1.0" encoding="utf-8"?>
<p:tagLst xmlns:p="http://schemas.openxmlformats.org/presentationml/2006/main">
  <p:tag name="KSO_WM_BEAUTIFY_FLAG" val=""/>
</p:tagLst>
</file>

<file path=ppt/tags/tag21.xml><?xml version="1.0" encoding="utf-8"?>
<p:tagLst xmlns:p="http://schemas.openxmlformats.org/presentationml/2006/main">
  <p:tag name="KSO_WM_BEAUTIFY_FLAG" val=""/>
</p:tagLst>
</file>

<file path=ppt/tags/tag22.xml><?xml version="1.0" encoding="utf-8"?>
<p:tagLst xmlns:p="http://schemas.openxmlformats.org/presentationml/2006/main">
  <p:tag name="KSO_WM_BEAUTIFY_FLAG" val=""/>
</p:tagLst>
</file>

<file path=ppt/tags/tag23.xml><?xml version="1.0" encoding="utf-8"?>
<p:tagLst xmlns:p="http://schemas.openxmlformats.org/presentationml/2006/main">
  <p:tag name="KSO_WM_BEAUTIFY_FLAG" val=""/>
</p:tagLst>
</file>

<file path=ppt/tags/tag24.xml><?xml version="1.0" encoding="utf-8"?>
<p:tagLst xmlns:p="http://schemas.openxmlformats.org/presentationml/2006/main">
  <p:tag name="KSO_WM_BEAUTIFY_FLAG" val=""/>
</p:tagLst>
</file>

<file path=ppt/tags/tag25.xml><?xml version="1.0" encoding="utf-8"?>
<p:tagLst xmlns:p="http://schemas.openxmlformats.org/presentationml/2006/main">
  <p:tag name="KSO_WM_BEAUTIFY_FLAG" val=""/>
</p:tagLst>
</file>

<file path=ppt/tags/tag26.xml><?xml version="1.0" encoding="utf-8"?>
<p:tagLst xmlns:p="http://schemas.openxmlformats.org/presentationml/2006/main">
  <p:tag name="KSO_WM_BEAUTIFY_FLAG" val=""/>
</p:tagLst>
</file>

<file path=ppt/tags/tag27.xml><?xml version="1.0" encoding="utf-8"?>
<p:tagLst xmlns:p="http://schemas.openxmlformats.org/presentationml/2006/main">
  <p:tag name="KSO_WM_BEAUTIFY_FLAG" val=""/>
</p:tagLst>
</file>

<file path=ppt/tags/tag28.xml><?xml version="1.0" encoding="utf-8"?>
<p:tagLst xmlns:p="http://schemas.openxmlformats.org/presentationml/2006/main">
  <p:tag name="KSO_WM_BEAUTIFY_FLAG" val=""/>
</p:tagLst>
</file>

<file path=ppt/tags/tag29.xml><?xml version="1.0" encoding="utf-8"?>
<p:tagLst xmlns:p="http://schemas.openxmlformats.org/presentationml/2006/main">
  <p:tag name="KSO_WM_BEAUTIFY_FLAG" val=""/>
</p:tagLst>
</file>

<file path=ppt/tags/tag30.xml><?xml version="1.0" encoding="utf-8"?>
<p:tagLst xmlns:p="http://schemas.openxmlformats.org/presentationml/2006/main">
  <p:tag name="KSO_WM_BEAUTIFY_FLAG" val=""/>
</p:tagLst>
</file>

<file path=ppt/tags/tag31.xml><?xml version="1.0" encoding="utf-8"?>
<p:tagLst xmlns:p="http://schemas.openxmlformats.org/presentationml/2006/main">
  <p:tag name="KSO_WM_BEAUTIFY_FLAG" val=""/>
</p:tagLst>
</file>

<file path=ppt/tags/tag32.xml><?xml version="1.0" encoding="utf-8"?>
<p:tagLst xmlns:p="http://schemas.openxmlformats.org/presentationml/2006/main">
  <p:tag name="KSO_WM_BEAUTIFY_FLAG" val=""/>
</p:tagLst>
</file>

<file path=ppt/tags/tag33.xml><?xml version="1.0" encoding="utf-8"?>
<p:tagLst xmlns:p="http://schemas.openxmlformats.org/presentationml/2006/main">
  <p:tag name="KSO_WM_BEAUTIFY_FLAG" val=""/>
</p:tagLst>
</file>

<file path=ppt/tags/tag34.xml><?xml version="1.0" encoding="utf-8"?>
<p:tagLst xmlns:p="http://schemas.openxmlformats.org/presentationml/2006/main">
  <p:tag name="KSO_WM_BEAUTIFY_FLAG" val=""/>
</p:tagLst>
</file>

<file path=ppt/tags/tag35.xml><?xml version="1.0" encoding="utf-8"?>
<p:tagLst xmlns:p="http://schemas.openxmlformats.org/presentationml/2006/main">
  <p:tag name="KSO_WM_BEAUTIFY_FLAG" val=""/>
</p:tagLst>
</file>

<file path=ppt/tags/tag36.xml><?xml version="1.0" encoding="utf-8"?>
<p:tagLst xmlns:p="http://schemas.openxmlformats.org/presentationml/2006/main">
  <p:tag name="KSO_WM_BEAUTIFY_FLAG" val=""/>
</p:tagLst>
</file>

<file path=ppt/tags/tag37.xml><?xml version="1.0" encoding="utf-8"?>
<p:tagLst xmlns:p="http://schemas.openxmlformats.org/presentationml/2006/main">
  <p:tag name="KSO_WM_BEAUTIFY_FLAG" val=""/>
</p:tagLst>
</file>

<file path=ppt/tags/tag38.xml><?xml version="1.0" encoding="utf-8"?>
<p:tagLst xmlns:p="http://schemas.openxmlformats.org/presentationml/2006/main">
  <p:tag name="KSO_WM_BEAUTIFY_FLAG" val=""/>
</p:tagLst>
</file>

<file path=ppt/tags/tag39.xml><?xml version="1.0" encoding="utf-8"?>
<p:tagLst xmlns:p="http://schemas.openxmlformats.org/presentationml/2006/main">
  <p:tag name="KSO_WM_BEAUTIFY_FLAG" val=""/>
</p:tagLst>
</file>

<file path=ppt/tags/tag40.xml><?xml version="1.0" encoding="utf-8"?>
<p:tagLst xmlns:p="http://schemas.openxmlformats.org/presentationml/2006/main">
  <p:tag name="KSO_WM_BEAUTIFY_FLAG" val=""/>
</p:tagLst>
</file>

<file path=ppt/tags/tag41.xml><?xml version="1.0" encoding="utf-8"?>
<p:tagLst xmlns:p="http://schemas.openxmlformats.org/presentationml/2006/main">
  <p:tag name="KSO_WM_BEAUTIFY_FLAG" val=""/>
</p:tagLst>
</file>

<file path=ppt/tags/tag42.xml><?xml version="1.0" encoding="utf-8"?>
<p:tagLst xmlns:p="http://schemas.openxmlformats.org/presentationml/2006/main">
  <p:tag name="KSO_WM_BEAUTIFY_FLAG" val=""/>
</p:tagLst>
</file>

<file path=ppt/tags/tag43.xml><?xml version="1.0" encoding="utf-8"?>
<p:tagLst xmlns:p="http://schemas.openxmlformats.org/presentationml/2006/main">
  <p:tag name="KSO_WM_BEAUTIFY_FLAG" val=""/>
</p:tagLst>
</file>

<file path=ppt/tags/tag44.xml><?xml version="1.0" encoding="utf-8"?>
<p:tagLst xmlns:p="http://schemas.openxmlformats.org/presentationml/2006/main">
  <p:tag name="KSO_WM_BEAUTIFY_FLAG" val=""/>
</p:tagLst>
</file>

<file path=ppt/theme/theme1.xml><?xml version="1.0" encoding="utf-8"?>
<a:theme xmlns:a="http://schemas.openxmlformats.org/drawingml/2006/main" name="WPS">
  <a:themeElements>
    <a:clrScheme name="WPS">
      <a:dk1>
        <a:sysClr val="windowText" lastClr="000000"/>
      </a:dk1>
      <a:lt1>
        <a:sysClr val="window" lastClr="FFFFFF"/>
      </a:lt1>
      <a:dk2>
        <a:srgbClr val="0F1423"/>
      </a:dk2>
      <a:lt2>
        <a:srgbClr val="FFFFFF"/>
      </a:lt2>
      <a:accent1>
        <a:srgbClr val="4874CB"/>
      </a:accent1>
      <a:accent2>
        <a:srgbClr val="EE822F"/>
      </a:accent2>
      <a:accent3>
        <a:srgbClr val="F2BA02"/>
      </a:accent3>
      <a:accent4>
        <a:srgbClr val="75BD42"/>
      </a:accent4>
      <a:accent5>
        <a:srgbClr val="30C0B4"/>
      </a:accent5>
      <a:accent6>
        <a:srgbClr val="E54C5E"/>
      </a:accent6>
      <a:hlink>
        <a:srgbClr val="0026E5"/>
      </a:hlink>
      <a:folHlink>
        <a:srgbClr val="7E1FAD"/>
      </a:folHlink>
    </a:clrScheme>
    <a:fontScheme name="WPS">
      <a:majorFont>
        <a:latin typeface="Calibri"/>
        <a:ea typeface="宋体"/>
        <a:cs typeface=""/>
      </a:majorFont>
      <a:minorFont>
        <a:latin typeface="Calibri"/>
        <a:ea typeface="宋体"/>
        <a:cs typeface=""/>
      </a:minorFont>
    </a:fontScheme>
    <a:fmtScheme name="WPS">
      <a:fillStyleLst>
        <a:solidFill>
          <a:schemeClr val="phClr"/>
        </a:solidFill>
        <a:gradFill>
          <a:gsLst>
            <a:gs pos="0">
              <a:schemeClr val="phClr">
                <a:lumOff val="17500"/>
              </a:schemeClr>
            </a:gs>
            <a:gs pos="100000">
              <a:schemeClr val="phClr"/>
            </a:gs>
          </a:gsLst>
          <a:lin ang="2700000" scaled="0"/>
        </a:gradFill>
        <a:gradFill>
          <a:gsLst>
            <a:gs pos="0">
              <a:schemeClr val="phClr">
                <a:hueOff val="-2520000"/>
              </a:schemeClr>
            </a:gs>
            <a:gs pos="100000">
              <a:schemeClr val="phClr"/>
            </a:gs>
          </a:gsLst>
          <a:lin ang="2700000" scaled="0"/>
        </a:gradFill>
      </a:fillStyleLst>
      <a:lnStyleLst>
        <a:ln w="1270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gradFill>
            <a:gsLst>
              <a:gs pos="0">
                <a:schemeClr val="phClr">
                  <a:hueOff val="-4200000"/>
                </a:schemeClr>
              </a:gs>
              <a:gs pos="100000">
                <a:schemeClr val="phClr"/>
              </a:gs>
            </a:gsLst>
            <a:lin ang="2700000" scaled="1"/>
          </a:gradFill>
          <a:prstDash val="solid"/>
          <a:miter lim="800000"/>
        </a:ln>
      </a:lnStyleLst>
      <a:effectStyleLst>
        <a:effectStyle>
          <a:effectLst>
            <a:outerShdw blurRad="101600" dist="50800" dir="5400000" algn="ctr" rotWithShape="0">
              <a:schemeClr val="phClr">
                <a:alpha val="60000"/>
              </a:schemeClr>
            </a:outerShdw>
          </a:effectLst>
        </a:effectStyle>
        <a:effectStyle>
          <a:effectLst>
            <a:reflection stA="50000" endA="300" endPos="40000" dist="25400" dir="5400000" sy="-100000" algn="bl" rotWithShape="0"/>
          </a:effectLst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ppt/theme/theme2.xml><?xml version="1.0" encoding="utf-8"?>
<a:theme xmlns:a="http://schemas.openxmlformats.org/drawingml/2006/main" name="Office 主题​​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宋体"/>
        <a:ea typeface=""/>
        <a:cs typeface=""/>
        <a:font script="Jpan" typeface="游ゴシック Light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宋体"/>
        <a:ea typeface=""/>
        <a:cs typeface=""/>
        <a:font script="Jpan" typeface="游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ppt/theme/theme3.xml><?xml version="1.0" encoding="utf-8"?>
<a:theme xmlns:a="http://schemas.openxmlformats.org/drawingml/2006/main" name="Office 主题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5B9BD5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1080</Words>
  <Application>WPS 演示</Application>
  <PresentationFormat>宽屏</PresentationFormat>
  <Paragraphs>55</Paragraphs>
  <Slides>9</Slides>
  <Notes>1</Notes>
  <HiddenSlides>0</HiddenSlides>
  <MMClips>0</MMClips>
  <ScaleCrop>false</ScaleCrop>
  <HeadingPairs>
    <vt:vector size="6" baseType="variant">
      <vt:variant>
        <vt:lpstr>已用的字体</vt:lpstr>
      </vt:variant>
      <vt:variant>
        <vt:i4>11</vt:i4>
      </vt:variant>
      <vt:variant>
        <vt:lpstr>主题</vt:lpstr>
      </vt:variant>
      <vt:variant>
        <vt:i4>1</vt:i4>
      </vt:variant>
      <vt:variant>
        <vt:lpstr>幻灯片标题</vt:lpstr>
      </vt:variant>
      <vt:variant>
        <vt:i4>9</vt:i4>
      </vt:variant>
    </vt:vector>
  </HeadingPairs>
  <TitlesOfParts>
    <vt:vector size="21" baseType="lpstr">
      <vt:lpstr>Arial</vt:lpstr>
      <vt:lpstr>宋体</vt:lpstr>
      <vt:lpstr>Wingdings</vt:lpstr>
      <vt:lpstr>微软雅黑</vt:lpstr>
      <vt:lpstr>汉仪旗黑</vt:lpstr>
      <vt:lpstr>Calibri</vt:lpstr>
      <vt:lpstr>Helvetica Neue</vt:lpstr>
      <vt:lpstr>汉仪书宋二KW</vt:lpstr>
      <vt:lpstr>微软雅黑</vt:lpstr>
      <vt:lpstr>宋体</vt:lpstr>
      <vt:lpstr>Arial Unicode MS</vt:lpstr>
      <vt:lpstr>WPS</vt:lpstr>
      <vt:lpstr>GCG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</vt:vector>
  </TitlesOfParts>
  <LinksUpToDate>false</LinksUpToDate>
  <SharedDoc>false</SharedDoc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PowerPoint 演示文稿</dc:title>
  <dc:creator/>
  <cp:lastModifiedBy>Elephant King。</cp:lastModifiedBy>
  <cp:revision>20</cp:revision>
  <dcterms:created xsi:type="dcterms:W3CDTF">2025-06-24T06:32:30Z</dcterms:created>
  <dcterms:modified xsi:type="dcterms:W3CDTF">2025-06-24T06:32:30Z</dcterms:modified>
</cp:coreProperties>
</file>

<file path=docProps/custom.xml><?xml version="1.0" encoding="utf-8"?>
<Properties xmlns="http://schemas.openxmlformats.org/officeDocument/2006/custom-properties" xmlns:vt="http://schemas.openxmlformats.org/officeDocument/2006/docPropsVTypes">
  <property fmtid="{D5CDD505-2E9C-101B-9397-08002B2CF9AE}" pid="2" name="KSOProductBuildVer">
    <vt:lpwstr>2052-6.4.0.8550</vt:lpwstr>
  </property>
  <property fmtid="{D5CDD505-2E9C-101B-9397-08002B2CF9AE}" pid="3" name="ICV">
    <vt:lpwstr>A90887241D241962401159680E6F4CAC_41</vt:lpwstr>
  </property>
</Properties>
</file>