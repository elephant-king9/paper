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7"/>
  </p:handoutMasterIdLst>
  <p:sldIdLst>
    <p:sldId id="256" r:id="rId3"/>
    <p:sldId id="258" r:id="rId5"/>
    <p:sldId id="257" r:id="rId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78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4.png"/><Relationship Id="rId7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tags" Target="../tags/tag6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37.xml"/><Relationship Id="rId44" Type="http://schemas.openxmlformats.org/officeDocument/2006/relationships/tags" Target="../tags/tag36.xml"/><Relationship Id="rId43" Type="http://schemas.openxmlformats.org/officeDocument/2006/relationships/image" Target="../media/image11.png"/><Relationship Id="rId42" Type="http://schemas.openxmlformats.org/officeDocument/2006/relationships/tags" Target="../tags/tag35.xml"/><Relationship Id="rId41" Type="http://schemas.openxmlformats.org/officeDocument/2006/relationships/tags" Target="../tags/tag34.xml"/><Relationship Id="rId40" Type="http://schemas.openxmlformats.org/officeDocument/2006/relationships/image" Target="../media/image10.png"/><Relationship Id="rId4" Type="http://schemas.openxmlformats.org/officeDocument/2006/relationships/image" Target="../media/image2.png"/><Relationship Id="rId39" Type="http://schemas.openxmlformats.org/officeDocument/2006/relationships/tags" Target="../tags/tag33.xml"/><Relationship Id="rId38" Type="http://schemas.openxmlformats.org/officeDocument/2006/relationships/tags" Target="../tags/tag32.xml"/><Relationship Id="rId37" Type="http://schemas.openxmlformats.org/officeDocument/2006/relationships/image" Target="../media/image9.png"/><Relationship Id="rId36" Type="http://schemas.openxmlformats.org/officeDocument/2006/relationships/tags" Target="../tags/tag31.xml"/><Relationship Id="rId35" Type="http://schemas.openxmlformats.org/officeDocument/2006/relationships/tags" Target="../tags/tag30.xml"/><Relationship Id="rId34" Type="http://schemas.openxmlformats.org/officeDocument/2006/relationships/tags" Target="../tags/tag29.xml"/><Relationship Id="rId33" Type="http://schemas.openxmlformats.org/officeDocument/2006/relationships/tags" Target="../tags/tag28.xml"/><Relationship Id="rId32" Type="http://schemas.openxmlformats.org/officeDocument/2006/relationships/tags" Target="../tags/tag27.xml"/><Relationship Id="rId31" Type="http://schemas.openxmlformats.org/officeDocument/2006/relationships/image" Target="../media/image8.png"/><Relationship Id="rId30" Type="http://schemas.openxmlformats.org/officeDocument/2006/relationships/tags" Target="../tags/tag26.xml"/><Relationship Id="rId3" Type="http://schemas.openxmlformats.org/officeDocument/2006/relationships/tags" Target="../tags/tag5.xml"/><Relationship Id="rId29" Type="http://schemas.openxmlformats.org/officeDocument/2006/relationships/tags" Target="../tags/tag25.xml"/><Relationship Id="rId28" Type="http://schemas.openxmlformats.org/officeDocument/2006/relationships/tags" Target="../tags/tag24.xml"/><Relationship Id="rId27" Type="http://schemas.openxmlformats.org/officeDocument/2006/relationships/tags" Target="../tags/tag23.xml"/><Relationship Id="rId26" Type="http://schemas.openxmlformats.org/officeDocument/2006/relationships/tags" Target="../tags/tag22.xml"/><Relationship Id="rId25" Type="http://schemas.openxmlformats.org/officeDocument/2006/relationships/tags" Target="../tags/tag21.xml"/><Relationship Id="rId24" Type="http://schemas.openxmlformats.org/officeDocument/2006/relationships/tags" Target="../tags/tag20.xml"/><Relationship Id="rId23" Type="http://schemas.openxmlformats.org/officeDocument/2006/relationships/tags" Target="../tags/tag19.xml"/><Relationship Id="rId22" Type="http://schemas.openxmlformats.org/officeDocument/2006/relationships/tags" Target="../tags/tag18.xml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tags" Target="../tags/tag15.xml"/><Relationship Id="rId18" Type="http://schemas.openxmlformats.org/officeDocument/2006/relationships/image" Target="../media/image7.png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image" Target="../media/image6.png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image" Target="../media/image5.png"/><Relationship Id="rId1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936</Words>
  <Application>WPS 演示</Application>
  <PresentationFormat>宽屏</PresentationFormat>
  <Paragraphs>38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5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20</cp:revision>
  <dcterms:created xsi:type="dcterms:W3CDTF">2025-06-26T08:21:36Z</dcterms:created>
  <dcterms:modified xsi:type="dcterms:W3CDTF">2025-06-26T08:21:36Z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DE68FB063FDCB8FACFDB5C680464BD35_41</vt:lpwstr>
  </property>
</Properties>
</file>