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1"/>
  </p:handoutMasterIdLst>
  <p:sldIdLst>
    <p:sldId id="256" r:id="rId3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6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7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83"/>
        <p:guide pos="37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handoutMaster" Target="handoutMasters/handoutMaster1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" Type="http://schemas.openxmlformats.org/officeDocument/2006/relationships/tags" Target="../tags/tag5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9.xml"/><Relationship Id="rId27" Type="http://schemas.openxmlformats.org/officeDocument/2006/relationships/tags" Target="../tags/tag28.xml"/><Relationship Id="rId26" Type="http://schemas.openxmlformats.org/officeDocument/2006/relationships/tags" Target="../tags/tag27.xml"/><Relationship Id="rId25" Type="http://schemas.openxmlformats.org/officeDocument/2006/relationships/tags" Target="../tags/tag26.xml"/><Relationship Id="rId24" Type="http://schemas.openxmlformats.org/officeDocument/2006/relationships/tags" Target="../tags/tag25.xml"/><Relationship Id="rId23" Type="http://schemas.openxmlformats.org/officeDocument/2006/relationships/tags" Target="../tags/tag24.xml"/><Relationship Id="rId22" Type="http://schemas.openxmlformats.org/officeDocument/2006/relationships/tags" Target="../tags/tag23.xml"/><Relationship Id="rId21" Type="http://schemas.openxmlformats.org/officeDocument/2006/relationships/tags" Target="../tags/tag22.xml"/><Relationship Id="rId20" Type="http://schemas.openxmlformats.org/officeDocument/2006/relationships/tags" Target="../tags/tag21.xml"/><Relationship Id="rId2" Type="http://schemas.openxmlformats.org/officeDocument/2006/relationships/image" Target="../media/image1.png"/><Relationship Id="rId19" Type="http://schemas.openxmlformats.org/officeDocument/2006/relationships/tags" Target="../tags/tag20.xml"/><Relationship Id="rId18" Type="http://schemas.openxmlformats.org/officeDocument/2006/relationships/tags" Target="../tags/tag19.xml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tags" Target="../tags/tag15.xml"/><Relationship Id="rId13" Type="http://schemas.openxmlformats.org/officeDocument/2006/relationships/tags" Target="../tags/tag14.xml"/><Relationship Id="rId12" Type="http://schemas.openxmlformats.org/officeDocument/2006/relationships/tags" Target="../tags/tag13.xml"/><Relationship Id="rId11" Type="http://schemas.openxmlformats.org/officeDocument/2006/relationships/tags" Target="../tags/tag12.xml"/><Relationship Id="rId10" Type="http://schemas.openxmlformats.org/officeDocument/2006/relationships/tags" Target="../tags/tag11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image" Target="../media/image4.png"/><Relationship Id="rId3" Type="http://schemas.openxmlformats.org/officeDocument/2006/relationships/tags" Target="../tags/tag3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3.png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tags" Target="../tags/tag3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image" Target="../media/image5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74.xml"/><Relationship Id="rId2" Type="http://schemas.openxmlformats.org/officeDocument/2006/relationships/image" Target="../media/image6.png"/><Relationship Id="rId19" Type="http://schemas.openxmlformats.org/officeDocument/2006/relationships/tags" Target="../tags/tag73.xml"/><Relationship Id="rId18" Type="http://schemas.openxmlformats.org/officeDocument/2006/relationships/tags" Target="../tags/tag72.xml"/><Relationship Id="rId17" Type="http://schemas.openxmlformats.org/officeDocument/2006/relationships/tags" Target="../tags/tag71.xml"/><Relationship Id="rId16" Type="http://schemas.openxmlformats.org/officeDocument/2006/relationships/tags" Target="../tags/tag70.xml"/><Relationship Id="rId15" Type="http://schemas.openxmlformats.org/officeDocument/2006/relationships/tags" Target="../tags/tag69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7.png"/><Relationship Id="rId10" Type="http://schemas.openxmlformats.org/officeDocument/2006/relationships/tags" Target="../tags/tag65.xml"/><Relationship Id="rId1" Type="http://schemas.openxmlformats.org/officeDocument/2006/relationships/tags" Target="../tags/tag5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image" Target="../media/image11.png"/><Relationship Id="rId7" Type="http://schemas.openxmlformats.org/officeDocument/2006/relationships/tags" Target="../tags/tag78.xml"/><Relationship Id="rId6" Type="http://schemas.openxmlformats.org/officeDocument/2006/relationships/image" Target="../media/image10.png"/><Relationship Id="rId5" Type="http://schemas.openxmlformats.org/officeDocument/2006/relationships/tags" Target="../tags/tag77.xml"/><Relationship Id="rId4" Type="http://schemas.openxmlformats.org/officeDocument/2006/relationships/image" Target="../media/image9.png"/><Relationship Id="rId35" Type="http://schemas.openxmlformats.org/officeDocument/2006/relationships/slideLayout" Target="../slideLayouts/slideLayout1.xml"/><Relationship Id="rId34" Type="http://schemas.openxmlformats.org/officeDocument/2006/relationships/tags" Target="../tags/tag101.xml"/><Relationship Id="rId33" Type="http://schemas.openxmlformats.org/officeDocument/2006/relationships/tags" Target="../tags/tag100.xml"/><Relationship Id="rId32" Type="http://schemas.openxmlformats.org/officeDocument/2006/relationships/tags" Target="../tags/tag99.xml"/><Relationship Id="rId31" Type="http://schemas.openxmlformats.org/officeDocument/2006/relationships/tags" Target="../tags/tag98.xml"/><Relationship Id="rId30" Type="http://schemas.openxmlformats.org/officeDocument/2006/relationships/tags" Target="../tags/tag97.xml"/><Relationship Id="rId3" Type="http://schemas.openxmlformats.org/officeDocument/2006/relationships/tags" Target="../tags/tag76.xml"/><Relationship Id="rId29" Type="http://schemas.openxmlformats.org/officeDocument/2006/relationships/tags" Target="../tags/tag96.xml"/><Relationship Id="rId28" Type="http://schemas.openxmlformats.org/officeDocument/2006/relationships/tags" Target="../tags/tag95.xml"/><Relationship Id="rId27" Type="http://schemas.openxmlformats.org/officeDocument/2006/relationships/tags" Target="../tags/tag94.xml"/><Relationship Id="rId26" Type="http://schemas.openxmlformats.org/officeDocument/2006/relationships/tags" Target="../tags/tag93.xml"/><Relationship Id="rId25" Type="http://schemas.openxmlformats.org/officeDocument/2006/relationships/tags" Target="../tags/tag92.xml"/><Relationship Id="rId24" Type="http://schemas.openxmlformats.org/officeDocument/2006/relationships/tags" Target="../tags/tag91.xml"/><Relationship Id="rId23" Type="http://schemas.openxmlformats.org/officeDocument/2006/relationships/tags" Target="../tags/tag90.xml"/><Relationship Id="rId22" Type="http://schemas.openxmlformats.org/officeDocument/2006/relationships/tags" Target="../tags/tag89.xml"/><Relationship Id="rId21" Type="http://schemas.openxmlformats.org/officeDocument/2006/relationships/image" Target="../media/image14.png"/><Relationship Id="rId20" Type="http://schemas.openxmlformats.org/officeDocument/2006/relationships/tags" Target="../tags/tag88.xml"/><Relationship Id="rId2" Type="http://schemas.openxmlformats.org/officeDocument/2006/relationships/image" Target="../media/image8.png"/><Relationship Id="rId19" Type="http://schemas.openxmlformats.org/officeDocument/2006/relationships/tags" Target="../tags/tag87.xml"/><Relationship Id="rId18" Type="http://schemas.openxmlformats.org/officeDocument/2006/relationships/tags" Target="../tags/tag86.xml"/><Relationship Id="rId17" Type="http://schemas.openxmlformats.org/officeDocument/2006/relationships/tags" Target="../tags/tag85.xml"/><Relationship Id="rId16" Type="http://schemas.openxmlformats.org/officeDocument/2006/relationships/tags" Target="../tags/tag84.xml"/><Relationship Id="rId15" Type="http://schemas.openxmlformats.org/officeDocument/2006/relationships/tags" Target="../tags/tag83.xml"/><Relationship Id="rId14" Type="http://schemas.openxmlformats.org/officeDocument/2006/relationships/tags" Target="../tags/tag82.xml"/><Relationship Id="rId13" Type="http://schemas.openxmlformats.org/officeDocument/2006/relationships/tags" Target="../tags/tag81.xml"/><Relationship Id="rId12" Type="http://schemas.openxmlformats.org/officeDocument/2006/relationships/image" Target="../media/image13.png"/><Relationship Id="rId11" Type="http://schemas.openxmlformats.org/officeDocument/2006/relationships/tags" Target="../tags/tag80.xml"/><Relationship Id="rId10" Type="http://schemas.openxmlformats.org/officeDocument/2006/relationships/image" Target="../media/image12.png"/><Relationship Id="rId1" Type="http://schemas.openxmlformats.org/officeDocument/2006/relationships/tags" Target="../tags/tag7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image" Target="../media/image16.png"/><Relationship Id="rId38" Type="http://schemas.openxmlformats.org/officeDocument/2006/relationships/slideLayout" Target="../slideLayouts/slideLayout1.xml"/><Relationship Id="rId37" Type="http://schemas.openxmlformats.org/officeDocument/2006/relationships/tags" Target="../tags/tag136.xml"/><Relationship Id="rId36" Type="http://schemas.openxmlformats.org/officeDocument/2006/relationships/tags" Target="../tags/tag135.xml"/><Relationship Id="rId35" Type="http://schemas.openxmlformats.org/officeDocument/2006/relationships/tags" Target="../tags/tag134.xml"/><Relationship Id="rId34" Type="http://schemas.openxmlformats.org/officeDocument/2006/relationships/tags" Target="../tags/tag133.xml"/><Relationship Id="rId33" Type="http://schemas.openxmlformats.org/officeDocument/2006/relationships/tags" Target="../tags/tag132.xml"/><Relationship Id="rId32" Type="http://schemas.openxmlformats.org/officeDocument/2006/relationships/tags" Target="../tags/tag131.xml"/><Relationship Id="rId31" Type="http://schemas.openxmlformats.org/officeDocument/2006/relationships/tags" Target="../tags/tag130.xml"/><Relationship Id="rId30" Type="http://schemas.openxmlformats.org/officeDocument/2006/relationships/tags" Target="../tags/tag129.xml"/><Relationship Id="rId3" Type="http://schemas.openxmlformats.org/officeDocument/2006/relationships/tags" Target="../tags/tag103.xml"/><Relationship Id="rId29" Type="http://schemas.openxmlformats.org/officeDocument/2006/relationships/tags" Target="../tags/tag128.xml"/><Relationship Id="rId28" Type="http://schemas.openxmlformats.org/officeDocument/2006/relationships/tags" Target="../tags/tag127.xml"/><Relationship Id="rId27" Type="http://schemas.openxmlformats.org/officeDocument/2006/relationships/tags" Target="../tags/tag126.xml"/><Relationship Id="rId26" Type="http://schemas.openxmlformats.org/officeDocument/2006/relationships/tags" Target="../tags/tag125.xml"/><Relationship Id="rId25" Type="http://schemas.openxmlformats.org/officeDocument/2006/relationships/tags" Target="../tags/tag124.xml"/><Relationship Id="rId24" Type="http://schemas.openxmlformats.org/officeDocument/2006/relationships/tags" Target="../tags/tag123.xml"/><Relationship Id="rId23" Type="http://schemas.openxmlformats.org/officeDocument/2006/relationships/tags" Target="../tags/tag122.xml"/><Relationship Id="rId22" Type="http://schemas.openxmlformats.org/officeDocument/2006/relationships/tags" Target="../tags/tag121.xml"/><Relationship Id="rId21" Type="http://schemas.openxmlformats.org/officeDocument/2006/relationships/tags" Target="../tags/tag120.xml"/><Relationship Id="rId20" Type="http://schemas.openxmlformats.org/officeDocument/2006/relationships/tags" Target="../tags/tag119.xml"/><Relationship Id="rId2" Type="http://schemas.openxmlformats.org/officeDocument/2006/relationships/image" Target="../media/image15.png"/><Relationship Id="rId19" Type="http://schemas.openxmlformats.org/officeDocument/2006/relationships/tags" Target="../tags/tag118.xml"/><Relationship Id="rId18" Type="http://schemas.openxmlformats.org/officeDocument/2006/relationships/tags" Target="../tags/tag117.xml"/><Relationship Id="rId17" Type="http://schemas.openxmlformats.org/officeDocument/2006/relationships/tags" Target="../tags/tag116.xml"/><Relationship Id="rId16" Type="http://schemas.openxmlformats.org/officeDocument/2006/relationships/tags" Target="../tags/tag115.xml"/><Relationship Id="rId15" Type="http://schemas.openxmlformats.org/officeDocument/2006/relationships/tags" Target="../tags/tag114.xml"/><Relationship Id="rId14" Type="http://schemas.openxmlformats.org/officeDocument/2006/relationships/tags" Target="../tags/tag113.xml"/><Relationship Id="rId13" Type="http://schemas.openxmlformats.org/officeDocument/2006/relationships/tags" Target="../tags/tag112.xml"/><Relationship Id="rId12" Type="http://schemas.openxmlformats.org/officeDocument/2006/relationships/tags" Target="../tags/tag11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tags" Target="../tags/tag10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4.xml"/><Relationship Id="rId8" Type="http://schemas.openxmlformats.org/officeDocument/2006/relationships/tags" Target="../tags/tag143.xml"/><Relationship Id="rId7" Type="http://schemas.openxmlformats.org/officeDocument/2006/relationships/tags" Target="../tags/tag142.x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4" Type="http://schemas.openxmlformats.org/officeDocument/2006/relationships/tags" Target="../tags/tag139.xml"/><Relationship Id="rId3" Type="http://schemas.openxmlformats.org/officeDocument/2006/relationships/tags" Target="../tags/tag138.xml"/><Relationship Id="rId2" Type="http://schemas.openxmlformats.org/officeDocument/2006/relationships/image" Target="../media/image17.png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145.xml"/><Relationship Id="rId1" Type="http://schemas.openxmlformats.org/officeDocument/2006/relationships/tags" Target="../tags/tag13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52.xml"/><Relationship Id="rId8" Type="http://schemas.openxmlformats.org/officeDocument/2006/relationships/tags" Target="../tags/tag151.xml"/><Relationship Id="rId7" Type="http://schemas.openxmlformats.org/officeDocument/2006/relationships/tags" Target="../tags/tag150.xml"/><Relationship Id="rId6" Type="http://schemas.openxmlformats.org/officeDocument/2006/relationships/tags" Target="../tags/tag149.xml"/><Relationship Id="rId5" Type="http://schemas.openxmlformats.org/officeDocument/2006/relationships/tags" Target="../tags/tag148.xml"/><Relationship Id="rId4" Type="http://schemas.openxmlformats.org/officeDocument/2006/relationships/image" Target="../media/image19.png"/><Relationship Id="rId3" Type="http://schemas.openxmlformats.org/officeDocument/2006/relationships/tags" Target="../tags/tag147.xml"/><Relationship Id="rId2" Type="http://schemas.openxmlformats.org/officeDocument/2006/relationships/image" Target="../media/image18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54.xml"/><Relationship Id="rId10" Type="http://schemas.openxmlformats.org/officeDocument/2006/relationships/tags" Target="../tags/tag153.xml"/><Relationship Id="rId1" Type="http://schemas.openxmlformats.org/officeDocument/2006/relationships/tags" Target="../tags/tag14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59.xml"/><Relationship Id="rId8" Type="http://schemas.openxmlformats.org/officeDocument/2006/relationships/image" Target="../media/image23.png"/><Relationship Id="rId7" Type="http://schemas.openxmlformats.org/officeDocument/2006/relationships/tags" Target="../tags/tag158.xml"/><Relationship Id="rId6" Type="http://schemas.openxmlformats.org/officeDocument/2006/relationships/image" Target="../media/image22.png"/><Relationship Id="rId5" Type="http://schemas.openxmlformats.org/officeDocument/2006/relationships/tags" Target="../tags/tag157.xml"/><Relationship Id="rId4" Type="http://schemas.openxmlformats.org/officeDocument/2006/relationships/image" Target="../media/image21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187.xml"/><Relationship Id="rId37" Type="http://schemas.openxmlformats.org/officeDocument/2006/relationships/tags" Target="../tags/tag186.xml"/><Relationship Id="rId36" Type="http://schemas.openxmlformats.org/officeDocument/2006/relationships/tags" Target="../tags/tag185.xml"/><Relationship Id="rId35" Type="http://schemas.openxmlformats.org/officeDocument/2006/relationships/tags" Target="../tags/tag184.xml"/><Relationship Id="rId34" Type="http://schemas.openxmlformats.org/officeDocument/2006/relationships/tags" Target="../tags/tag183.xml"/><Relationship Id="rId33" Type="http://schemas.openxmlformats.org/officeDocument/2006/relationships/tags" Target="../tags/tag182.xml"/><Relationship Id="rId32" Type="http://schemas.openxmlformats.org/officeDocument/2006/relationships/tags" Target="../tags/tag181.xml"/><Relationship Id="rId31" Type="http://schemas.openxmlformats.org/officeDocument/2006/relationships/tags" Target="../tags/tag180.xml"/><Relationship Id="rId30" Type="http://schemas.openxmlformats.org/officeDocument/2006/relationships/tags" Target="../tags/tag179.xml"/><Relationship Id="rId3" Type="http://schemas.openxmlformats.org/officeDocument/2006/relationships/tags" Target="../tags/tag156.xml"/><Relationship Id="rId29" Type="http://schemas.openxmlformats.org/officeDocument/2006/relationships/tags" Target="../tags/tag178.xml"/><Relationship Id="rId28" Type="http://schemas.openxmlformats.org/officeDocument/2006/relationships/tags" Target="../tags/tag177.xml"/><Relationship Id="rId27" Type="http://schemas.openxmlformats.org/officeDocument/2006/relationships/tags" Target="../tags/tag176.xml"/><Relationship Id="rId26" Type="http://schemas.openxmlformats.org/officeDocument/2006/relationships/tags" Target="../tags/tag175.xml"/><Relationship Id="rId25" Type="http://schemas.openxmlformats.org/officeDocument/2006/relationships/tags" Target="../tags/tag174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20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image" Target="../media/image24.png"/><Relationship Id="rId11" Type="http://schemas.openxmlformats.org/officeDocument/2006/relationships/tags" Target="../tags/tag161.xml"/><Relationship Id="rId10" Type="http://schemas.openxmlformats.org/officeDocument/2006/relationships/tags" Target="../tags/tag160.xml"/><Relationship Id="rId1" Type="http://schemas.openxmlformats.org/officeDocument/2006/relationships/tags" Target="../tags/tag15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93.xml"/><Relationship Id="rId8" Type="http://schemas.openxmlformats.org/officeDocument/2006/relationships/image" Target="../media/image27.png"/><Relationship Id="rId7" Type="http://schemas.openxmlformats.org/officeDocument/2006/relationships/tags" Target="../tags/tag192.xml"/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image" Target="../media/image26.png"/><Relationship Id="rId3" Type="http://schemas.openxmlformats.org/officeDocument/2006/relationships/tags" Target="../tags/tag189.xml"/><Relationship Id="rId2" Type="http://schemas.openxmlformats.org/officeDocument/2006/relationships/image" Target="../media/image25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200.xml"/><Relationship Id="rId15" Type="http://schemas.openxmlformats.org/officeDocument/2006/relationships/tags" Target="../tags/tag199.xml"/><Relationship Id="rId14" Type="http://schemas.openxmlformats.org/officeDocument/2006/relationships/tags" Target="../tags/tag198.xml"/><Relationship Id="rId13" Type="http://schemas.openxmlformats.org/officeDocument/2006/relationships/tags" Target="../tags/tag197.xml"/><Relationship Id="rId12" Type="http://schemas.openxmlformats.org/officeDocument/2006/relationships/tags" Target="../tags/tag196.xml"/><Relationship Id="rId11" Type="http://schemas.openxmlformats.org/officeDocument/2006/relationships/tags" Target="../tags/tag195.xml"/><Relationship Id="rId10" Type="http://schemas.openxmlformats.org/officeDocument/2006/relationships/tags" Target="../tags/tag194.xml"/><Relationship Id="rId1" Type="http://schemas.openxmlformats.org/officeDocument/2006/relationships/tags" Target="../tags/tag18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207.xml"/><Relationship Id="rId8" Type="http://schemas.openxmlformats.org/officeDocument/2006/relationships/image" Target="../media/image29.png"/><Relationship Id="rId7" Type="http://schemas.openxmlformats.org/officeDocument/2006/relationships/tags" Target="../tags/tag206.xml"/><Relationship Id="rId6" Type="http://schemas.openxmlformats.org/officeDocument/2006/relationships/tags" Target="../tags/tag205.xml"/><Relationship Id="rId5" Type="http://schemas.openxmlformats.org/officeDocument/2006/relationships/tags" Target="../tags/tag204.xml"/><Relationship Id="rId4" Type="http://schemas.openxmlformats.org/officeDocument/2006/relationships/tags" Target="../tags/tag203.xml"/><Relationship Id="rId3" Type="http://schemas.openxmlformats.org/officeDocument/2006/relationships/tags" Target="../tags/tag202.xml"/><Relationship Id="rId2" Type="http://schemas.openxmlformats.org/officeDocument/2006/relationships/image" Target="../media/image28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213.xml"/><Relationship Id="rId14" Type="http://schemas.openxmlformats.org/officeDocument/2006/relationships/tags" Target="../tags/tag212.xml"/><Relationship Id="rId13" Type="http://schemas.openxmlformats.org/officeDocument/2006/relationships/tags" Target="../tags/tag211.xml"/><Relationship Id="rId12" Type="http://schemas.openxmlformats.org/officeDocument/2006/relationships/tags" Target="../tags/tag210.xml"/><Relationship Id="rId11" Type="http://schemas.openxmlformats.org/officeDocument/2006/relationships/tags" Target="../tags/tag209.xml"/><Relationship Id="rId10" Type="http://schemas.openxmlformats.org/officeDocument/2006/relationships/tags" Target="../tags/tag208.xml"/><Relationship Id="rId1" Type="http://schemas.openxmlformats.org/officeDocument/2006/relationships/tags" Target="../tags/tag20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20.xml"/><Relationship Id="rId8" Type="http://schemas.openxmlformats.org/officeDocument/2006/relationships/tags" Target="../tags/tag219.xml"/><Relationship Id="rId7" Type="http://schemas.openxmlformats.org/officeDocument/2006/relationships/tags" Target="../tags/tag218.xml"/><Relationship Id="rId6" Type="http://schemas.openxmlformats.org/officeDocument/2006/relationships/tags" Target="../tags/tag217.xml"/><Relationship Id="rId5" Type="http://schemas.openxmlformats.org/officeDocument/2006/relationships/tags" Target="../tags/tag216.xml"/><Relationship Id="rId4" Type="http://schemas.openxmlformats.org/officeDocument/2006/relationships/image" Target="../media/image31.png"/><Relationship Id="rId3" Type="http://schemas.openxmlformats.org/officeDocument/2006/relationships/tags" Target="../tags/tag215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231.xml"/><Relationship Id="rId2" Type="http://schemas.openxmlformats.org/officeDocument/2006/relationships/image" Target="../media/image30.png"/><Relationship Id="rId19" Type="http://schemas.openxmlformats.org/officeDocument/2006/relationships/tags" Target="../tags/tag230.xml"/><Relationship Id="rId18" Type="http://schemas.openxmlformats.org/officeDocument/2006/relationships/tags" Target="../tags/tag229.xml"/><Relationship Id="rId17" Type="http://schemas.openxmlformats.org/officeDocument/2006/relationships/tags" Target="../tags/tag228.xml"/><Relationship Id="rId16" Type="http://schemas.openxmlformats.org/officeDocument/2006/relationships/tags" Target="../tags/tag227.xml"/><Relationship Id="rId15" Type="http://schemas.openxmlformats.org/officeDocument/2006/relationships/tags" Target="../tags/tag226.xml"/><Relationship Id="rId14" Type="http://schemas.openxmlformats.org/officeDocument/2006/relationships/tags" Target="../tags/tag225.xml"/><Relationship Id="rId13" Type="http://schemas.openxmlformats.org/officeDocument/2006/relationships/tags" Target="../tags/tag224.xml"/><Relationship Id="rId12" Type="http://schemas.openxmlformats.org/officeDocument/2006/relationships/tags" Target="../tags/tag223.xml"/><Relationship Id="rId11" Type="http://schemas.openxmlformats.org/officeDocument/2006/relationships/tags" Target="../tags/tag222.xml"/><Relationship Id="rId10" Type="http://schemas.openxmlformats.org/officeDocument/2006/relationships/tags" Target="../tags/tag221.xml"/><Relationship Id="rId1" Type="http://schemas.openxmlformats.org/officeDocument/2006/relationships/tags" Target="../tags/tag2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tags" Target="../tags/tag238.xml"/><Relationship Id="rId8" Type="http://schemas.openxmlformats.org/officeDocument/2006/relationships/tags" Target="../tags/tag237.xml"/><Relationship Id="rId7" Type="http://schemas.openxmlformats.org/officeDocument/2006/relationships/tags" Target="../tags/tag236.xml"/><Relationship Id="rId6" Type="http://schemas.openxmlformats.org/officeDocument/2006/relationships/tags" Target="../tags/tag235.xml"/><Relationship Id="rId5" Type="http://schemas.openxmlformats.org/officeDocument/2006/relationships/tags" Target="../tags/tag234.xml"/><Relationship Id="rId4" Type="http://schemas.openxmlformats.org/officeDocument/2006/relationships/image" Target="../media/image33.png"/><Relationship Id="rId3" Type="http://schemas.openxmlformats.org/officeDocument/2006/relationships/tags" Target="../tags/tag233.xml"/><Relationship Id="rId2" Type="http://schemas.openxmlformats.org/officeDocument/2006/relationships/image" Target="../media/image32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241.xml"/><Relationship Id="rId11" Type="http://schemas.openxmlformats.org/officeDocument/2006/relationships/tags" Target="../tags/tag240.xml"/><Relationship Id="rId10" Type="http://schemas.openxmlformats.org/officeDocument/2006/relationships/tags" Target="../tags/tag239.xml"/><Relationship Id="rId1" Type="http://schemas.openxmlformats.org/officeDocument/2006/relationships/tags" Target="../tags/tag23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CLIP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7150" y="907415"/>
            <a:ext cx="8573770" cy="31724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03590" y="2840355"/>
            <a:ext cx="3788410" cy="40176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179705" y="4859655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采取两种架构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ResNet50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改进版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ViT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0" y="131445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512dim8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头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只扩宽度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(dim)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不加深度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(layer)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965835" y="1212850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965835" y="2591435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179705" y="4864100"/>
            <a:ext cx="2478405" cy="1257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57150" y="118745"/>
            <a:ext cx="3363595" cy="1007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连接符 11"/>
          <p:cNvCxnSpPr/>
          <p:nvPr>
            <p:custDataLst>
              <p:tags r:id="rId11"/>
            </p:custDataLst>
          </p:nvPr>
        </p:nvCxnSpPr>
        <p:spPr>
          <a:xfrm flipV="1">
            <a:off x="1512570" y="3599815"/>
            <a:ext cx="0" cy="12858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>
            <a:stCxn id="16" idx="1"/>
          </p:cNvCxnSpPr>
          <p:nvPr>
            <p:custDataLst>
              <p:tags r:id="rId12"/>
            </p:custDataLst>
          </p:nvPr>
        </p:nvCxnSpPr>
        <p:spPr>
          <a:xfrm flipV="1">
            <a:off x="2059305" y="1139190"/>
            <a:ext cx="213995" cy="577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059305" y="1842135"/>
            <a:ext cx="2143760" cy="20904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3719195" y="410337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构建相似度矩阵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每一格式余弦相似度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027170" y="4057650"/>
            <a:ext cx="1898650" cy="10090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" name="直接连接符 16"/>
          <p:cNvCxnSpPr>
            <a:stCxn id="13" idx="2"/>
          </p:cNvCxnSpPr>
          <p:nvPr>
            <p:custDataLst>
              <p:tags r:id="rId16"/>
            </p:custDataLst>
          </p:nvPr>
        </p:nvCxnSpPr>
        <p:spPr>
          <a:xfrm>
            <a:off x="3131185" y="3932555"/>
            <a:ext cx="847090" cy="71564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4297045" y="118110"/>
            <a:ext cx="2479040" cy="23552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3826510" y="209550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测试阶段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将单词转化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776720" y="2486025"/>
            <a:ext cx="1626870" cy="9175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0"/>
            </p:custDataLst>
          </p:nvPr>
        </p:nvSpPr>
        <p:spPr>
          <a:xfrm>
            <a:off x="8403590" y="1048385"/>
            <a:ext cx="37890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计算图像和文本编码器后的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8497570" y="923925"/>
            <a:ext cx="3694430" cy="5270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>
            <a:endCxn id="22" idx="2"/>
          </p:cNvCxnSpPr>
          <p:nvPr>
            <p:custDataLst>
              <p:tags r:id="rId22"/>
            </p:custDataLst>
          </p:nvPr>
        </p:nvCxnSpPr>
        <p:spPr>
          <a:xfrm flipV="1">
            <a:off x="8497570" y="1450975"/>
            <a:ext cx="1847215" cy="10223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6196965" y="4490085"/>
            <a:ext cx="5995035" cy="5784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4"/>
            </p:custDataLst>
          </p:nvPr>
        </p:nvSpPr>
        <p:spPr>
          <a:xfrm>
            <a:off x="6473825" y="469963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投影到多模态空间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323965" y="5118735"/>
            <a:ext cx="5382895" cy="4032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531610" y="516699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相似度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矩阵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6531610" y="569785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450965" y="5668645"/>
            <a:ext cx="5740400" cy="6724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ViLT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28265" y="111125"/>
            <a:ext cx="6936105" cy="20713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22755" y="2562225"/>
            <a:ext cx="8747760" cy="333375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3026410" y="563880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6"/>
            </p:custDataLst>
          </p:nvPr>
        </p:nvSpPr>
        <p:spPr>
          <a:xfrm rot="10800000" flipV="1">
            <a:off x="8179435" y="111125"/>
            <a:ext cx="1384300" cy="20720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/>
          <p:nvPr>
            <p:custDataLst>
              <p:tags r:id="rId7"/>
            </p:custDataLst>
          </p:nvPr>
        </p:nvCxnSpPr>
        <p:spPr>
          <a:xfrm flipV="1">
            <a:off x="1781175" y="2149475"/>
            <a:ext cx="641794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>
            <p:custDataLst>
              <p:tags r:id="rId8"/>
            </p:custDataLst>
          </p:nvPr>
        </p:nvCxnSpPr>
        <p:spPr>
          <a:xfrm flipH="1" flipV="1">
            <a:off x="9535160" y="2149475"/>
            <a:ext cx="90741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1444625" y="585343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Word Embedding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映射为向量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+0(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10"/>
            </p:custDataLst>
          </p:nvPr>
        </p:nvSpPr>
        <p:spPr>
          <a:xfrm>
            <a:off x="5651500" y="601218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图像被划分为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patch(32x32)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，线性投影映射为向量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，同时对每个向量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+1(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1723390" y="4271010"/>
            <a:ext cx="37217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04180" y="4270375"/>
            <a:ext cx="49663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635" y="3428365"/>
            <a:ext cx="8503920" cy="7899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0" y="342836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ViT-Encoder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使用预训练好的ViT-B/32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 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259143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判断图文是否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458279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预测被遮挡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7"/>
            </p:custDataLst>
          </p:nvPr>
        </p:nvSpPr>
        <p:spPr>
          <a:xfrm>
            <a:off x="6440170" y="250444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3026410" y="2503805"/>
            <a:ext cx="8503920" cy="4692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8689340" y="250380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使用三种损失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635" y="5227320"/>
            <a:ext cx="5444490" cy="68072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1"/>
            </p:custDataLst>
          </p:nvPr>
        </p:nvSpPr>
        <p:spPr>
          <a:xfrm>
            <a:off x="-229870" y="5221605"/>
            <a:ext cx="285877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存在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WordPiece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可能把一个词分为多个子词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本模型不拆分，对整词遮挡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9046210" y="4286885"/>
            <a:ext cx="3145790" cy="1792605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10010140" y="4369435"/>
            <a:ext cx="21818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图像增强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RandAugment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默认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但删除颜色翻转和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17145" y="71120"/>
            <a:ext cx="6548755" cy="632587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6062345" y="89344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前期工作都是对图像模态使用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提取并通过目标检测提取主体，消耗资源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017770" y="159575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Pixel-BERT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650740" y="229806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4650740" y="312737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190490" y="442531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对于图像部分的计算资源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ALBEF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9415" y="689610"/>
            <a:ext cx="11352530" cy="536321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248410" y="6010910"/>
            <a:ext cx="2757805" cy="847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提取图像特征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ViT-B/16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280025" y="5986145"/>
            <a:ext cx="2757805" cy="847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提取文本特征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310630" y="305435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跨模态融合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735320" y="68961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85115" y="1343660"/>
            <a:ext cx="3437255" cy="13290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如果使用是否匹配很容易就崩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因为正样本的只有一个，其他都是负样本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所以选择不是正确标签但最像的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第二的作为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3287395" y="3177540"/>
            <a:ext cx="2757805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MoCo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的方法来对比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8789035" y="5665470"/>
            <a:ext cx="3168650" cy="846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动量模型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负责生成对比学习正负样本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负责蒸馏让标签从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one-hot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平滑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51535" y="299085"/>
            <a:ext cx="4883785" cy="814070"/>
          </a:xfrm>
          <a:prstGeom prst="rect">
            <a:avLst/>
          </a:prstGeom>
        </p:spPr>
      </p:pic>
      <p:sp>
        <p:nvSpPr>
          <p:cNvPr id="18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1682750" y="4162425"/>
            <a:ext cx="195453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5541645" y="4186555"/>
            <a:ext cx="226949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3482975" y="3054985"/>
            <a:ext cx="2367280" cy="18961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285115" y="1279525"/>
            <a:ext cx="4340860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465570" y="462280"/>
            <a:ext cx="1345565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789035" y="2922270"/>
            <a:ext cx="3169285" cy="35896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5619750" y="1741805"/>
            <a:ext cx="3169285" cy="2137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1455420" y="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最终优化损失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需要两轮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Forward(MASK T,T)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768985" y="0"/>
            <a:ext cx="4698365" cy="11131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" name="图片 1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929880" y="2947670"/>
            <a:ext cx="3515360" cy="188150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57160" y="607695"/>
            <a:ext cx="4123690" cy="18072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4928870"/>
            <a:ext cx="6373495" cy="19291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6680835" cy="220281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479675" y="1882775"/>
            <a:ext cx="1722120" cy="32607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373495" y="1775460"/>
            <a:ext cx="1095375" cy="289687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3"/>
            </p:custDataLst>
          </p:nvPr>
        </p:nvSpPr>
        <p:spPr>
          <a:xfrm>
            <a:off x="2232025" y="481774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4"/>
            </p:custDataLst>
          </p:nvPr>
        </p:nvSpPr>
        <p:spPr>
          <a:xfrm>
            <a:off x="4117340" y="266827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5"/>
            </p:custDataLst>
          </p:nvPr>
        </p:nvSpPr>
        <p:spPr>
          <a:xfrm>
            <a:off x="4101465" y="365506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计算三个损失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LTC+LTM+MLM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4248785" y="3095625"/>
            <a:ext cx="1961515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8284845" y="49530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双流架构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的思想进行对比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6590665" y="1120775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层数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Image=Text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8362315" y="2378075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ALBEF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的策略，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6424295" y="365506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7830820" y="4928870"/>
            <a:ext cx="3713480" cy="1795145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22"/>
            </p:custDataLst>
          </p:nvPr>
        </p:nvSpPr>
        <p:spPr>
          <a:xfrm>
            <a:off x="6292850" y="557403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23"/>
            </p:custDataLst>
          </p:nvPr>
        </p:nvSpPr>
        <p:spPr>
          <a:xfrm>
            <a:off x="8722995" y="4683760"/>
            <a:ext cx="223012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24"/>
            </p:custDataLst>
          </p:nvPr>
        </p:nvSpPr>
        <p:spPr>
          <a:xfrm>
            <a:off x="5080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首先使用图像单模态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25"/>
            </p:custDataLst>
          </p:nvPr>
        </p:nvSpPr>
        <p:spPr>
          <a:xfrm>
            <a:off x="222631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使用文本模态训练时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冻住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26"/>
            </p:custDataLst>
          </p:nvPr>
        </p:nvSpPr>
        <p:spPr>
          <a:xfrm>
            <a:off x="452882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使用多模态训练时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放开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27"/>
            </p:custDataLst>
          </p:nvPr>
        </p:nvSpPr>
        <p:spPr>
          <a:xfrm>
            <a:off x="2226310" y="4953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28"/>
            </p:custDataLst>
          </p:nvPr>
        </p:nvSpPr>
        <p:spPr>
          <a:xfrm>
            <a:off x="452755" y="164147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图文检索使用双流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3933825" y="1623060"/>
            <a:ext cx="248920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分类问答推理使用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6704330" y="13970"/>
            <a:ext cx="5176520" cy="23298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6704330" y="2415540"/>
            <a:ext cx="5176520" cy="2267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6680835" y="4707255"/>
            <a:ext cx="517652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50800" y="4712970"/>
            <a:ext cx="6322695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50800" y="49530"/>
            <a:ext cx="653923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028190" y="207645"/>
            <a:ext cx="7892415" cy="322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07870" y="4055745"/>
            <a:ext cx="8173085" cy="27800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202819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50005" y="34290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获得纯文本特征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614680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8005445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9710420" y="1982470"/>
            <a:ext cx="243459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单向注意力，提高生成能力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GPT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9920605" y="81978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920605" y="144272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3099435" y="21717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6080760" y="16891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ITM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8075295" y="13271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 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3573780" y="171450"/>
            <a:ext cx="1151890" cy="648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550025" y="92710"/>
            <a:ext cx="126047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463280" y="132080"/>
            <a:ext cx="1260475" cy="608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4582795" y="847725"/>
            <a:ext cx="730186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477635" y="1458595"/>
            <a:ext cx="532828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027555" y="499110"/>
            <a:ext cx="1673225" cy="34861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3959860" y="2736215"/>
            <a:ext cx="219265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6388100" y="272986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8367395" y="273621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8660130" y="2007235"/>
            <a:ext cx="348551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4582795" y="2069465"/>
            <a:ext cx="322135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-260350" y="171577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r>
              <a:rPr lang="zh-CN" altLang="en-US" sz="28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9678035" y="48514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2800" b="1">
                <a:latin typeface="微软雅黑" charset="0"/>
                <a:ea typeface="微软雅黑" charset="0"/>
                <a:cs typeface="微软雅黑" charset="0"/>
              </a:rPr>
              <a:t>CapFilt</a:t>
            </a:r>
            <a:endParaRPr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0" y="43129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爬虫文本对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人工标注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文本框 29"/>
          <p:cNvSpPr txBox="1"/>
          <p:nvPr>
            <p:custDataLst>
              <p:tags r:id="rId29"/>
            </p:custDataLst>
          </p:nvPr>
        </p:nvSpPr>
        <p:spPr>
          <a:xfrm>
            <a:off x="127000" y="5288915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训练好的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4044315" y="398526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ITC+ITM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理解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过滤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4059555" y="64973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为图像生成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字幕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32"/>
            </p:custDataLst>
          </p:nvPr>
        </p:nvSpPr>
        <p:spPr>
          <a:xfrm>
            <a:off x="6864985" y="556133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经过过滤且重新生成的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较为干净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496570" y="428879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496570" y="514223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522470" y="4009390"/>
            <a:ext cx="140208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: 圆角 36"/>
          <p:cNvSpPr/>
          <p:nvPr>
            <p:custDataLst>
              <p:tags r:id="rId36"/>
            </p:custDataLst>
          </p:nvPr>
        </p:nvSpPr>
        <p:spPr>
          <a:xfrm rot="10800000" flipV="1">
            <a:off x="4203700" y="584327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7"/>
            </p:custDataLst>
          </p:nvPr>
        </p:nvSpPr>
        <p:spPr>
          <a:xfrm rot="10800000" flipV="1">
            <a:off x="6937375" y="506603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p>
            <a:r>
              <a:rPr lang="en-US" altLang="zh-CN"/>
              <a:t>CoCa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76220" y="1739900"/>
            <a:ext cx="9304020" cy="396621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0" y="2992755"/>
            <a:ext cx="297497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Attention Pooling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提取的特征凝练成一个特征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提取的特征凝练成多个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220845" y="586168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4347845" y="1570990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 Loss(GPT)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3966845" y="323151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 Loss(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4485005" y="3041015"/>
            <a:ext cx="1950720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84455" y="2992755"/>
            <a:ext cx="4136390" cy="11690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4347210" y="2157730"/>
            <a:ext cx="2733675" cy="40982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4347845" y="1484630"/>
            <a:ext cx="2733675" cy="6731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BEiT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68900" y="1887220"/>
            <a:ext cx="7023100" cy="44932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761990" cy="284416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0" y="2992755"/>
            <a:ext cx="3156585" cy="1532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掩码策略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15%token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50%token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/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:mask 40%patch(BEiTv2)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274695" y="2744470"/>
            <a:ext cx="2091690" cy="418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统一掩码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5626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对于纯视觉任务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0739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对于纯文本任务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9319895" y="158432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对于多模态深度交互任务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运行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876290" y="63785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对于多模态检索任务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350375" y="62388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对于多模态生成任务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因果掩码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[Decoder]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遮住未来的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BLIP-2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3" name="图片 1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275840"/>
            <a:ext cx="4622800" cy="23241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73025"/>
            <a:ext cx="7211500" cy="216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667000" y="5193665"/>
            <a:ext cx="4763579" cy="162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005955" y="2679700"/>
            <a:ext cx="5158740" cy="178816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-127000" y="446786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可学习的查询向量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每个维度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768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最终输出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32x768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相比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ViT257x1024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是压缩表示，提取最有效的图像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语义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0"/>
            </p:custDataLst>
          </p:nvPr>
        </p:nvSpPr>
        <p:spPr>
          <a:xfrm>
            <a:off x="6238240" y="4848860"/>
            <a:ext cx="1339850" cy="495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互相都能看见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588885" y="5193665"/>
            <a:ext cx="4595192" cy="162000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3"/>
            </p:custDataLst>
          </p:nvPr>
        </p:nvSpPr>
        <p:spPr>
          <a:xfrm>
            <a:off x="3583940" y="4721225"/>
            <a:ext cx="2645410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文本特征和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个图片特征分别计算二分类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个平均的作为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10873740" y="4733290"/>
            <a:ext cx="1466215" cy="6597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互相看不见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5"/>
            </p:custDataLst>
          </p:nvPr>
        </p:nvSpPr>
        <p:spPr>
          <a:xfrm>
            <a:off x="9236075" y="4696460"/>
            <a:ext cx="2148205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个图片特征分别计算相似度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个中最大的作为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相似度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16"/>
            </p:custDataLst>
          </p:nvPr>
        </p:nvSpPr>
        <p:spPr>
          <a:xfrm>
            <a:off x="4853940" y="3469640"/>
            <a:ext cx="2345690" cy="661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只看自己，看不到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能看见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看不到未来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-309880" y="6118860"/>
            <a:ext cx="2938780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FFN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都是从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是随机初始化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两个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共享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8"/>
            </p:custDataLst>
          </p:nvPr>
        </p:nvSpPr>
        <p:spPr>
          <a:xfrm>
            <a:off x="7706360" y="4696460"/>
            <a:ext cx="176720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因为参数量小了，所以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BatchSize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可以很大，所以取消了动量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9"/>
            </p:custDataLst>
          </p:nvPr>
        </p:nvSpPr>
        <p:spPr>
          <a:xfrm>
            <a:off x="4980940" y="4105275"/>
            <a:ext cx="2345690" cy="119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文本只能知道当前位置之前的文本和整张图像信息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667000" y="4697730"/>
            <a:ext cx="4911090" cy="21602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894965" y="4825365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endParaRPr lang="zh-CN" altLang="en-US" sz="2400"/>
          </a:p>
        </p:txBody>
      </p:sp>
      <p:sp>
        <p:nvSpPr>
          <p:cNvPr id="26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7635240" y="4667250"/>
            <a:ext cx="4557395" cy="22034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2"/>
            </p:custDataLst>
          </p:nvPr>
        </p:nvSpPr>
        <p:spPr>
          <a:xfrm>
            <a:off x="9594215" y="593471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</a:t>
            </a:r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8" name="文本框 27"/>
          <p:cNvSpPr txBox="1"/>
          <p:nvPr>
            <p:custDataLst>
              <p:tags r:id="rId23"/>
            </p:custDataLst>
          </p:nvPr>
        </p:nvSpPr>
        <p:spPr>
          <a:xfrm>
            <a:off x="5592445" y="285877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LM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9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4854575" y="2744470"/>
            <a:ext cx="7310755" cy="18503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0" y="4104640"/>
            <a:ext cx="2224405" cy="1511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45720" y="6070600"/>
            <a:ext cx="2345690" cy="72644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3170555" y="1457960"/>
            <a:ext cx="789305" cy="3378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3" name="直接连接符 32"/>
          <p:cNvCxnSpPr/>
          <p:nvPr>
            <p:custDataLst>
              <p:tags r:id="rId28"/>
            </p:custDataLst>
          </p:nvPr>
        </p:nvCxnSpPr>
        <p:spPr>
          <a:xfrm flipH="1" flipV="1">
            <a:off x="3994785" y="1804035"/>
            <a:ext cx="544830" cy="5568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>
            <p:custDataLst>
              <p:tags r:id="rId29"/>
            </p:custDataLst>
          </p:nvPr>
        </p:nvCxnSpPr>
        <p:spPr>
          <a:xfrm flipV="1">
            <a:off x="47625" y="1804035"/>
            <a:ext cx="312293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3170555" y="60960"/>
            <a:ext cx="2147570" cy="10121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7051040" y="231140"/>
            <a:ext cx="2509520" cy="774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7063740" y="26606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Q-Former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学习后的查询向量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通过全链接层转化为适合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的输入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38" name="直接连接符 37"/>
          <p:cNvCxnSpPr/>
          <p:nvPr>
            <p:custDataLst>
              <p:tags r:id="rId33"/>
            </p:custDataLst>
          </p:nvPr>
        </p:nvCxnSpPr>
        <p:spPr>
          <a:xfrm flipH="1">
            <a:off x="5318125" y="373380"/>
            <a:ext cx="17760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>
            <p:custDataLst>
              <p:tags r:id="rId34"/>
            </p:custDataLst>
          </p:nvPr>
        </p:nvSpPr>
        <p:spPr>
          <a:xfrm>
            <a:off x="7190740" y="133667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适配两种大模型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Decoder-Only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2.Encoder-Decoder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BLIP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进行数据清洗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622800" y="1790065"/>
            <a:ext cx="1339850" cy="9182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36"/>
            </p:custDataLst>
          </p:nvPr>
        </p:nvSpPr>
        <p:spPr>
          <a:xfrm>
            <a:off x="4623435" y="2185670"/>
            <a:ext cx="1339850" cy="55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将查询向量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上文一起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9700260" y="38100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4400" b="1">
                <a:latin typeface="微软雅黑" charset="0"/>
                <a:ea typeface="微软雅黑" charset="0"/>
                <a:cs typeface="微软雅黑" charset="0"/>
              </a:rPr>
              <a:t>BILP-2</a:t>
            </a:r>
            <a:endParaRPr lang="en-US" altLang="zh-CN" sz="4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4" name="文本框 43"/>
          <p:cNvSpPr txBox="1"/>
          <p:nvPr>
            <p:custDataLst>
              <p:tags r:id="rId38"/>
            </p:custDataLst>
          </p:nvPr>
        </p:nvSpPr>
        <p:spPr>
          <a:xfrm>
            <a:off x="9473565" y="134302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分步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Step1: Q-Former(Image Encoder)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Step2: Q-Former(LLM)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Flamingo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344795" y="3157220"/>
            <a:ext cx="6847840" cy="288226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60350" y="2783205"/>
            <a:ext cx="5084445" cy="378968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1332230" y="6118860"/>
            <a:ext cx="245681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个可学习的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KV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ResNet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7104380" y="58832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 gating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标量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作用是让刚开始训练时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参数置零（不起作用）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开始学习只有文本特征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不起作用，文本残差链接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随着学习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逐渐不是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，相当于逐渐引入图像信息（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640330" y="13970"/>
            <a:ext cx="6706235" cy="3143250"/>
          </a:xfrm>
          <a:prstGeom prst="rect">
            <a:avLst/>
          </a:prstGeom>
        </p:spPr>
      </p:pic>
      <p:sp>
        <p:nvSpPr>
          <p:cNvPr id="41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782570" y="871855"/>
            <a:ext cx="2744470" cy="14135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6096635" y="1291590"/>
            <a:ext cx="2743835" cy="5645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0" y="3067685"/>
            <a:ext cx="5189855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27040" y="3067685"/>
            <a:ext cx="6664960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4" name="直接连接符 33"/>
          <p:cNvCxnSpPr/>
          <p:nvPr>
            <p:custDataLst>
              <p:tags r:id="rId13"/>
            </p:custDataLst>
          </p:nvPr>
        </p:nvCxnSpPr>
        <p:spPr>
          <a:xfrm flipV="1">
            <a:off x="198120" y="2282190"/>
            <a:ext cx="2591435" cy="7867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14"/>
            </p:custDataLst>
          </p:nvPr>
        </p:nvCxnSpPr>
        <p:spPr>
          <a:xfrm flipV="1">
            <a:off x="5077460" y="2294255"/>
            <a:ext cx="387350" cy="8591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15"/>
            </p:custDataLst>
          </p:nvPr>
        </p:nvCxnSpPr>
        <p:spPr>
          <a:xfrm flipV="1">
            <a:off x="5646420" y="1856105"/>
            <a:ext cx="450215" cy="13093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>
            <p:custDataLst>
              <p:tags r:id="rId16"/>
            </p:custDataLst>
          </p:nvPr>
        </p:nvCxnSpPr>
        <p:spPr>
          <a:xfrm flipH="1" flipV="1">
            <a:off x="8840470" y="1856105"/>
            <a:ext cx="3114040" cy="1212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LLaVA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53025" y="0"/>
            <a:ext cx="6354445" cy="415099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1524000" y="53276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初始信息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CoCo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数据集为例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图像描述（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Image 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物体检测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标注（Bounding Boxes）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4"/>
            </p:custDataLst>
          </p:nvPr>
        </p:nvSpPr>
        <p:spPr>
          <a:xfrm>
            <a:off x="1016000" y="176403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VQA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根据拥有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Bound Box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通过问答的形式生成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" name="文本框 3"/>
          <p:cNvSpPr txBox="1"/>
          <p:nvPr>
            <p:custDataLst>
              <p:tags r:id="rId5"/>
            </p:custDataLst>
          </p:nvPr>
        </p:nvSpPr>
        <p:spPr>
          <a:xfrm>
            <a:off x="1016000" y="247205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完整描述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对图像进行更详细的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1016000" y="32289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复杂推理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，并提出更深层次的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817370" y="4082415"/>
            <a:ext cx="6565900" cy="21082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617220" y="600456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图像进入冻结的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VE(CLIP ViT-L/14)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10"/>
            </p:custDataLst>
          </p:nvPr>
        </p:nvSpPr>
        <p:spPr>
          <a:xfrm>
            <a:off x="617220" y="496951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简单的线性投影映射到与文本维度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一致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1"/>
            </p:custDataLst>
          </p:nvPr>
        </p:nvSpPr>
        <p:spPr>
          <a:xfrm>
            <a:off x="7456805" y="470979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两阶段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固定视觉编码器和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，对投影层断到端微调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和数据集原始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固定视觉编码器，对投影层和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优化数据集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+ScienceQA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106295" y="180340"/>
            <a:ext cx="9400540" cy="14509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1262380" y="1728470"/>
            <a:ext cx="10245090" cy="489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1280795" y="2218055"/>
            <a:ext cx="10245090" cy="7607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1257300" y="2997200"/>
            <a:ext cx="10245090" cy="9232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InstructBL</a:t>
            </a:r>
            <a:r>
              <a:rPr lang="en-US" altLang="zh-CN"/>
              <a:t>IP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06475" y="123825"/>
            <a:ext cx="5758180" cy="31718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671185" y="4018280"/>
            <a:ext cx="6520815" cy="283972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085215" y="9969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2487295" y="9969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3860165" y="12382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视觉对话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325110" y="12382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视频问答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880745" y="129857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图像阅读理解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3650615" y="844550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知识支撑的图像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80745" y="210375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2385060" y="201358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图像问题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5142865" y="1577340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带文字的图像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5085715" y="259524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3757295" y="199580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LLaVA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7963535" y="123825"/>
            <a:ext cx="4062730" cy="3894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图像描述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看到一张图，生成自然语言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COCO：最长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Web CapFilt：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网络图像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文字筛选（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NoCaps: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更具挑战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Flickr30K: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更偏向生活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场景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视觉推理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理解图像并进行逻辑判断、对比、推理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复杂结构化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VSR: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空间方位关系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IconQA: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图标识别类推理，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偏考试场景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视觉对话问答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基于图像渡轮对话问答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VD: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具有历史对话上下文的问答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人物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视频回答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处理视频中跨时间问题，输出文本答案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MSVD 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短视频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答案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MSRVTT 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复杂场景视频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互动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式视频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72085" y="3151505"/>
            <a:ext cx="4570730" cy="3894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图像阅读理解问答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读取图像中文字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(OCR)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并回答问题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OCR-VQA: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提取文字信息，强调定位识别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TextVQA: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强调跨模态信息融合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知识支撑的图像问答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答案需要结合图像与外部知识（常识、科学）推理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OKVQA: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图片本身信息不足，多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跳推理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A-OKVQA: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强调泛化性和知识涵盖面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ScienceVQA: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小学科学题目，评估科学常识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根据图像回答用户问题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VQAv2: 标准通用问答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，考察基础问答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VizWiz: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图像质量低，评估鲁棒性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图像问题生成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给图像与答案，模拟生成问题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带文字的图像描述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包含重要刻度文字，模型需结合理解生成描述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TextCaps: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OCR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要求高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图像分类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HatefulMemes: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判断是否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为仇恨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言论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4207510" y="3180080"/>
            <a:ext cx="3359150" cy="1464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黄色作为微调训练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白色作为</a:t>
            </a: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zero-shot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测试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零样本评估方式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学习过相同任务其他数据集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完全为了解过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任务</a:t>
            </a:r>
            <a:endParaRPr lang="zh-CN" altLang="en-US" sz="16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19"/>
            </p:custDataLst>
          </p:nvPr>
        </p:nvSpPr>
        <p:spPr>
          <a:xfrm>
            <a:off x="8056880" y="4876165"/>
            <a:ext cx="1431925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BLIP-2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多引入指令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适配不同下游任务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143240" y="4018915"/>
            <a:ext cx="1260475" cy="1995805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LLaVA-1.5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55650" y="3719830"/>
            <a:ext cx="10680700" cy="26543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487420" y="269875"/>
            <a:ext cx="4658995" cy="270002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90220" y="1116330"/>
            <a:ext cx="304419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LLaVA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中的线性层替换为两层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MLP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矩形: 圆角 36"/>
          <p:cNvSpPr/>
          <p:nvPr>
            <p:custDataLst>
              <p:tags r:id="rId6"/>
            </p:custDataLst>
          </p:nvPr>
        </p:nvSpPr>
        <p:spPr>
          <a:xfrm rot="10800000" flipV="1">
            <a:off x="3487420" y="999490"/>
            <a:ext cx="3044190" cy="18072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652905" y="3719830"/>
            <a:ext cx="9060180" cy="2654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757160" y="1486535"/>
            <a:ext cx="3044190" cy="5137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工程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引导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模型在特定问题回答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短答案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6604635" y="999490"/>
            <a:ext cx="4181475" cy="16376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4" name="直接连接符 33"/>
          <p:cNvCxnSpPr/>
          <p:nvPr>
            <p:custDataLst>
              <p:tags r:id="rId10"/>
            </p:custDataLst>
          </p:nvPr>
        </p:nvCxnSpPr>
        <p:spPr>
          <a:xfrm flipV="1">
            <a:off x="1827530" y="2784475"/>
            <a:ext cx="1706880" cy="9163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>
            <p:custDataLst>
              <p:tags r:id="rId11"/>
            </p:custDataLst>
          </p:nvPr>
        </p:nvCxnSpPr>
        <p:spPr>
          <a:xfrm flipH="1" flipV="1">
            <a:off x="6531610" y="2784475"/>
            <a:ext cx="4001135" cy="91630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4491355" y="6501765"/>
            <a:ext cx="304419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通过更大尺寸与全局局部拼接减少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幻觉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BEAUTIFY_FLAG" val=""/>
</p:tagLst>
</file>

<file path=ppt/tags/tag234.xml><?xml version="1.0" encoding="utf-8"?>
<p:tagLst xmlns:p="http://schemas.openxmlformats.org/presentationml/2006/main">
  <p:tag name="KSO_WM_BEAUTIFY_FLAG" val="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BEAUTIFY_FLAG" val=""/>
</p:tagLst>
</file>

<file path=ppt/tags/tag237.xml><?xml version="1.0" encoding="utf-8"?>
<p:tagLst xmlns:p="http://schemas.openxmlformats.org/presentationml/2006/main">
  <p:tag name="KSO_WM_BEAUTIFY_FLAG" val=""/>
</p:tagLst>
</file>

<file path=ppt/tags/tag238.xml><?xml version="1.0" encoding="utf-8"?>
<p:tagLst xmlns:p="http://schemas.openxmlformats.org/presentationml/2006/main">
  <p:tag name="KSO_WM_BEAUTIFY_FLAG" val=""/>
</p:tagLst>
</file>

<file path=ppt/tags/tag239.xml><?xml version="1.0" encoding="utf-8"?>
<p:tagLst xmlns:p="http://schemas.openxmlformats.org/presentationml/2006/main">
  <p:tag name="KSO_WM_BEAUTIFY_FLAG" val=""/>
</p:tagLst>
</file>

<file path=ppt/tags/tag240.xml><?xml version="1.0" encoding="utf-8"?>
<p:tagLst xmlns:p="http://schemas.openxmlformats.org/presentationml/2006/main">
  <p:tag name="KSO_WM_BEAUTIFY_FLAG" val=""/>
</p:tagLst>
</file>

<file path=ppt/tags/tag24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3287</Words>
  <Application>WPS 演示</Application>
  <PresentationFormat>宽屏</PresentationFormat>
  <Paragraphs>313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9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LLaVA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41</cp:revision>
  <dcterms:created xsi:type="dcterms:W3CDTF">2025-06-23T08:32:54Z</dcterms:created>
  <dcterms:modified xsi:type="dcterms:W3CDTF">2025-06-23T08:32:54Z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FE2E70ACB1324E524CC6546873196481_41</vt:lpwstr>
  </property>
</Properties>
</file>