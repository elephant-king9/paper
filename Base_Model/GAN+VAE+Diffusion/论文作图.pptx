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4.png"/><Relationship Id="rId7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tags" Target="../tags/tag6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37.xml"/><Relationship Id="rId44" Type="http://schemas.openxmlformats.org/officeDocument/2006/relationships/tags" Target="../tags/tag36.xml"/><Relationship Id="rId43" Type="http://schemas.openxmlformats.org/officeDocument/2006/relationships/image" Target="../media/image11.png"/><Relationship Id="rId42" Type="http://schemas.openxmlformats.org/officeDocument/2006/relationships/tags" Target="../tags/tag35.xml"/><Relationship Id="rId41" Type="http://schemas.openxmlformats.org/officeDocument/2006/relationships/tags" Target="../tags/tag34.xml"/><Relationship Id="rId40" Type="http://schemas.openxmlformats.org/officeDocument/2006/relationships/image" Target="../media/image10.png"/><Relationship Id="rId4" Type="http://schemas.openxmlformats.org/officeDocument/2006/relationships/image" Target="../media/image2.png"/><Relationship Id="rId39" Type="http://schemas.openxmlformats.org/officeDocument/2006/relationships/tags" Target="../tags/tag33.xml"/><Relationship Id="rId38" Type="http://schemas.openxmlformats.org/officeDocument/2006/relationships/tags" Target="../tags/tag32.xml"/><Relationship Id="rId37" Type="http://schemas.openxmlformats.org/officeDocument/2006/relationships/image" Target="../media/image9.png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tags" Target="../tags/tag29.xml"/><Relationship Id="rId33" Type="http://schemas.openxmlformats.org/officeDocument/2006/relationships/tags" Target="../tags/tag28.xml"/><Relationship Id="rId32" Type="http://schemas.openxmlformats.org/officeDocument/2006/relationships/tags" Target="../tags/tag27.xml"/><Relationship Id="rId31" Type="http://schemas.openxmlformats.org/officeDocument/2006/relationships/image" Target="../media/image8.png"/><Relationship Id="rId30" Type="http://schemas.openxmlformats.org/officeDocument/2006/relationships/tags" Target="../tags/tag26.xml"/><Relationship Id="rId3" Type="http://schemas.openxmlformats.org/officeDocument/2006/relationships/tags" Target="../tags/tag5.xml"/><Relationship Id="rId29" Type="http://schemas.openxmlformats.org/officeDocument/2006/relationships/tags" Target="../tags/tag25.xml"/><Relationship Id="rId28" Type="http://schemas.openxmlformats.org/officeDocument/2006/relationships/tags" Target="../tags/tag24.xml"/><Relationship Id="rId27" Type="http://schemas.openxmlformats.org/officeDocument/2006/relationships/tags" Target="../tags/tag23.xml"/><Relationship Id="rId26" Type="http://schemas.openxmlformats.org/officeDocument/2006/relationships/tags" Target="../tags/tag22.xml"/><Relationship Id="rId25" Type="http://schemas.openxmlformats.org/officeDocument/2006/relationships/tags" Target="../tags/tag21.xml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tags" Target="../tags/tag15.xml"/><Relationship Id="rId18" Type="http://schemas.openxmlformats.org/officeDocument/2006/relationships/image" Target="../media/image7.png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6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5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image" Target="../media/image14.png"/><Relationship Id="rId5" Type="http://schemas.openxmlformats.org/officeDocument/2006/relationships/tags" Target="../tags/tag40.xml"/><Relationship Id="rId4" Type="http://schemas.openxmlformats.org/officeDocument/2006/relationships/image" Target="../media/image13.png"/><Relationship Id="rId3" Type="http://schemas.openxmlformats.org/officeDocument/2006/relationships/tags" Target="../tags/tag39.xml"/><Relationship Id="rId2" Type="http://schemas.openxmlformats.org/officeDocument/2006/relationships/image" Target="../media/image12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0.xml"/><Relationship Id="rId15" Type="http://schemas.openxmlformats.org/officeDocument/2006/relationships/tags" Target="../tags/tag49.xml"/><Relationship Id="rId14" Type="http://schemas.openxmlformats.org/officeDocument/2006/relationships/tags" Target="../tags/tag48.xml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8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5.xml"/><Relationship Id="rId8" Type="http://schemas.openxmlformats.org/officeDocument/2006/relationships/image" Target="../media/image17.png"/><Relationship Id="rId7" Type="http://schemas.openxmlformats.org/officeDocument/2006/relationships/tags" Target="../tags/tag54.xml"/><Relationship Id="rId6" Type="http://schemas.openxmlformats.org/officeDocument/2006/relationships/image" Target="../media/image16.png"/><Relationship Id="rId50" Type="http://schemas.openxmlformats.org/officeDocument/2006/relationships/slideLayout" Target="../slideLayouts/slideLayout1.xml"/><Relationship Id="rId5" Type="http://schemas.openxmlformats.org/officeDocument/2006/relationships/tags" Target="../tags/tag53.xml"/><Relationship Id="rId49" Type="http://schemas.openxmlformats.org/officeDocument/2006/relationships/tags" Target="../tags/tag90.xml"/><Relationship Id="rId48" Type="http://schemas.openxmlformats.org/officeDocument/2006/relationships/tags" Target="../tags/tag89.xml"/><Relationship Id="rId47" Type="http://schemas.openxmlformats.org/officeDocument/2006/relationships/tags" Target="../tags/tag88.xml"/><Relationship Id="rId46" Type="http://schemas.openxmlformats.org/officeDocument/2006/relationships/tags" Target="../tags/tag87.xml"/><Relationship Id="rId45" Type="http://schemas.openxmlformats.org/officeDocument/2006/relationships/image" Target="../media/image20.png"/><Relationship Id="rId44" Type="http://schemas.openxmlformats.org/officeDocument/2006/relationships/tags" Target="../tags/tag86.xml"/><Relationship Id="rId43" Type="http://schemas.openxmlformats.org/officeDocument/2006/relationships/tags" Target="../tags/tag85.xml"/><Relationship Id="rId42" Type="http://schemas.openxmlformats.org/officeDocument/2006/relationships/tags" Target="../tags/tag84.xml"/><Relationship Id="rId41" Type="http://schemas.openxmlformats.org/officeDocument/2006/relationships/tags" Target="../tags/tag83.xml"/><Relationship Id="rId40" Type="http://schemas.openxmlformats.org/officeDocument/2006/relationships/tags" Target="../tags/tag82.xml"/><Relationship Id="rId4" Type="http://schemas.openxmlformats.org/officeDocument/2006/relationships/image" Target="../media/image15.png"/><Relationship Id="rId39" Type="http://schemas.openxmlformats.org/officeDocument/2006/relationships/tags" Target="../tags/tag81.xml"/><Relationship Id="rId38" Type="http://schemas.openxmlformats.org/officeDocument/2006/relationships/tags" Target="../tags/tag80.xml"/><Relationship Id="rId37" Type="http://schemas.openxmlformats.org/officeDocument/2006/relationships/tags" Target="../tags/tag79.xml"/><Relationship Id="rId36" Type="http://schemas.openxmlformats.org/officeDocument/2006/relationships/tags" Target="../tags/tag78.xml"/><Relationship Id="rId35" Type="http://schemas.openxmlformats.org/officeDocument/2006/relationships/tags" Target="../tags/tag77.xml"/><Relationship Id="rId34" Type="http://schemas.openxmlformats.org/officeDocument/2006/relationships/tags" Target="../tags/tag76.xml"/><Relationship Id="rId33" Type="http://schemas.openxmlformats.org/officeDocument/2006/relationships/image" Target="../media/image14.png"/><Relationship Id="rId32" Type="http://schemas.openxmlformats.org/officeDocument/2006/relationships/tags" Target="../tags/tag75.xml"/><Relationship Id="rId31" Type="http://schemas.openxmlformats.org/officeDocument/2006/relationships/image" Target="../media/image13.png"/><Relationship Id="rId30" Type="http://schemas.openxmlformats.org/officeDocument/2006/relationships/tags" Target="../tags/tag74.xml"/><Relationship Id="rId3" Type="http://schemas.openxmlformats.org/officeDocument/2006/relationships/tags" Target="../tags/tag52.xml"/><Relationship Id="rId29" Type="http://schemas.openxmlformats.org/officeDocument/2006/relationships/tags" Target="../tags/tag73.xml"/><Relationship Id="rId28" Type="http://schemas.openxmlformats.org/officeDocument/2006/relationships/tags" Target="../tags/tag72.xml"/><Relationship Id="rId27" Type="http://schemas.openxmlformats.org/officeDocument/2006/relationships/tags" Target="../tags/tag71.xml"/><Relationship Id="rId26" Type="http://schemas.openxmlformats.org/officeDocument/2006/relationships/tags" Target="../tags/tag70.xml"/><Relationship Id="rId25" Type="http://schemas.openxmlformats.org/officeDocument/2006/relationships/tags" Target="../tags/tag69.xml"/><Relationship Id="rId24" Type="http://schemas.openxmlformats.org/officeDocument/2006/relationships/tags" Target="../tags/tag68.xml"/><Relationship Id="rId23" Type="http://schemas.openxmlformats.org/officeDocument/2006/relationships/tags" Target="../tags/tag67.xml"/><Relationship Id="rId22" Type="http://schemas.openxmlformats.org/officeDocument/2006/relationships/tags" Target="../tags/tag66.xml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image" Target="../media/image12.png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image" Target="../media/image19.png"/><Relationship Id="rId11" Type="http://schemas.openxmlformats.org/officeDocument/2006/relationships/tags" Target="../tags/tag56.xml"/><Relationship Id="rId10" Type="http://schemas.openxmlformats.org/officeDocument/2006/relationships/image" Target="../media/image18.png"/><Relationship Id="rId1" Type="http://schemas.openxmlformats.org/officeDocument/2006/relationships/tags" Target="../tags/tag5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96.xml"/><Relationship Id="rId8" Type="http://schemas.openxmlformats.org/officeDocument/2006/relationships/tags" Target="../tags/tag95.xml"/><Relationship Id="rId7" Type="http://schemas.openxmlformats.org/officeDocument/2006/relationships/tags" Target="../tags/tag94.xml"/><Relationship Id="rId6" Type="http://schemas.openxmlformats.org/officeDocument/2006/relationships/image" Target="../media/image23.png"/><Relationship Id="rId5" Type="http://schemas.openxmlformats.org/officeDocument/2006/relationships/tags" Target="../tags/tag93.xml"/><Relationship Id="rId4" Type="http://schemas.openxmlformats.org/officeDocument/2006/relationships/image" Target="../media/image22.png"/><Relationship Id="rId3" Type="http://schemas.openxmlformats.org/officeDocument/2006/relationships/tags" Target="../tags/tag92.xml"/><Relationship Id="rId2" Type="http://schemas.openxmlformats.org/officeDocument/2006/relationships/image" Target="../media/image21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1.xml"/><Relationship Id="rId13" Type="http://schemas.openxmlformats.org/officeDocument/2006/relationships/tags" Target="../tags/tag100.xml"/><Relationship Id="rId12" Type="http://schemas.openxmlformats.org/officeDocument/2006/relationships/tags" Target="../tags/tag99.xml"/><Relationship Id="rId11" Type="http://schemas.openxmlformats.org/officeDocument/2006/relationships/tags" Target="../tags/tag98.xml"/><Relationship Id="rId10" Type="http://schemas.openxmlformats.org/officeDocument/2006/relationships/tags" Target="../tags/tag97.xml"/><Relationship Id="rId1" Type="http://schemas.openxmlformats.org/officeDocument/2006/relationships/tags" Target="../tags/tag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42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3" name="文本框 42"/>
          <p:cNvSpPr txBox="1"/>
          <p:nvPr>
            <p:custDataLst>
              <p:tags r:id="rId43"/>
            </p:custDataLst>
          </p:nvPr>
        </p:nvSpPr>
        <p:spPr>
          <a:xfrm>
            <a:off x="4463415" y="408051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6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7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8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9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1976</Words>
  <Application>WPS 演示</Application>
  <PresentationFormat>宽屏</PresentationFormat>
  <Paragraphs>104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25</cp:revision>
  <dcterms:created xsi:type="dcterms:W3CDTF">2025-06-28T09:39:19Z</dcterms:created>
  <dcterms:modified xsi:type="dcterms:W3CDTF">2025-06-28T09:39:19Z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