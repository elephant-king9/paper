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44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7" Type="http://schemas.openxmlformats.org/officeDocument/2006/relationships/tableStyles" Target="tableStyles.xml"/><Relationship Id="rId46" Type="http://schemas.openxmlformats.org/officeDocument/2006/relationships/viewProps" Target="viewProps.xml"/><Relationship Id="rId45" Type="http://schemas.openxmlformats.org/officeDocument/2006/relationships/presProps" Target="presProps.xml"/><Relationship Id="rId44" Type="http://schemas.openxmlformats.org/officeDocument/2006/relationships/handoutMaster" Target="handoutMasters/handoutMaster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0" Type="http://schemas.openxmlformats.org/officeDocument/2006/relationships/slideLayout" Target="../slideLayouts/slideLayout1.xml"/><Relationship Id="rId5" Type="http://schemas.openxmlformats.org/officeDocument/2006/relationships/tags" Target="../tags/tag57.xml"/><Relationship Id="rId49" Type="http://schemas.openxmlformats.org/officeDocument/2006/relationships/tags" Target="../tags/tag95.xml"/><Relationship Id="rId48" Type="http://schemas.openxmlformats.org/officeDocument/2006/relationships/image" Target="../media/image23.png"/><Relationship Id="rId47" Type="http://schemas.openxmlformats.org/officeDocument/2006/relationships/tags" Target="../tags/tag94.xml"/><Relationship Id="rId46" Type="http://schemas.openxmlformats.org/officeDocument/2006/relationships/tags" Target="../tags/tag93.xml"/><Relationship Id="rId45" Type="http://schemas.openxmlformats.org/officeDocument/2006/relationships/tags" Target="../tags/tag92.xml"/><Relationship Id="rId44" Type="http://schemas.openxmlformats.org/officeDocument/2006/relationships/tags" Target="../tags/tag91.xml"/><Relationship Id="rId43" Type="http://schemas.openxmlformats.org/officeDocument/2006/relationships/tags" Target="../tags/tag90.xml"/><Relationship Id="rId42" Type="http://schemas.openxmlformats.org/officeDocument/2006/relationships/tags" Target="../tags/tag89.xml"/><Relationship Id="rId41" Type="http://schemas.openxmlformats.org/officeDocument/2006/relationships/tags" Target="../tags/tag88.xml"/><Relationship Id="rId40" Type="http://schemas.openxmlformats.org/officeDocument/2006/relationships/tags" Target="../tags/tag87.xml"/><Relationship Id="rId4" Type="http://schemas.openxmlformats.org/officeDocument/2006/relationships/image" Target="../media/image17.png"/><Relationship Id="rId39" Type="http://schemas.openxmlformats.org/officeDocument/2006/relationships/tags" Target="../tags/tag86.xml"/><Relationship Id="rId38" Type="http://schemas.openxmlformats.org/officeDocument/2006/relationships/image" Target="../media/image22.png"/><Relationship Id="rId37" Type="http://schemas.openxmlformats.org/officeDocument/2006/relationships/tags" Target="../tags/tag85.xml"/><Relationship Id="rId36" Type="http://schemas.openxmlformats.org/officeDocument/2006/relationships/tags" Target="../tags/tag84.xml"/><Relationship Id="rId35" Type="http://schemas.openxmlformats.org/officeDocument/2006/relationships/tags" Target="../tags/tag83.xml"/><Relationship Id="rId34" Type="http://schemas.openxmlformats.org/officeDocument/2006/relationships/tags" Target="../tags/tag82.xml"/><Relationship Id="rId33" Type="http://schemas.openxmlformats.org/officeDocument/2006/relationships/tags" Target="../tags/tag81.xml"/><Relationship Id="rId32" Type="http://schemas.openxmlformats.org/officeDocument/2006/relationships/tags" Target="../tags/tag80.xml"/><Relationship Id="rId31" Type="http://schemas.openxmlformats.org/officeDocument/2006/relationships/tags" Target="../tags/tag79.xml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tags" Target="../tags/tag100.xml"/><Relationship Id="rId7" Type="http://schemas.openxmlformats.org/officeDocument/2006/relationships/tags" Target="../tags/tag99.xml"/><Relationship Id="rId6" Type="http://schemas.openxmlformats.org/officeDocument/2006/relationships/image" Target="../media/image26.png"/><Relationship Id="rId5" Type="http://schemas.openxmlformats.org/officeDocument/2006/relationships/tags" Target="../tags/tag98.xml"/><Relationship Id="rId4" Type="http://schemas.openxmlformats.org/officeDocument/2006/relationships/image" Target="../media/image25.png"/><Relationship Id="rId3" Type="http://schemas.openxmlformats.org/officeDocument/2006/relationships/tags" Target="../tags/tag97.xml"/><Relationship Id="rId2" Type="http://schemas.openxmlformats.org/officeDocument/2006/relationships/image" Target="../media/image24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6.xml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tags" Target="../tags/tag102.xml"/><Relationship Id="rId1" Type="http://schemas.openxmlformats.org/officeDocument/2006/relationships/tags" Target="../tags/tag9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3.xml"/><Relationship Id="rId8" Type="http://schemas.openxmlformats.org/officeDocument/2006/relationships/tags" Target="../tags/tag112.xml"/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image" Target="../media/image28.png"/><Relationship Id="rId3" Type="http://schemas.openxmlformats.org/officeDocument/2006/relationships/tags" Target="../tags/tag108.xml"/><Relationship Id="rId2" Type="http://schemas.openxmlformats.org/officeDocument/2006/relationships/image" Target="../media/image27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2.xml"/><Relationship Id="rId17" Type="http://schemas.openxmlformats.org/officeDocument/2006/relationships/tags" Target="../tags/tag121.xml"/><Relationship Id="rId16" Type="http://schemas.openxmlformats.org/officeDocument/2006/relationships/tags" Target="../tags/tag120.xml"/><Relationship Id="rId15" Type="http://schemas.openxmlformats.org/officeDocument/2006/relationships/tags" Target="../tags/tag119.xml"/><Relationship Id="rId14" Type="http://schemas.openxmlformats.org/officeDocument/2006/relationships/tags" Target="../tags/tag118.xml"/><Relationship Id="rId13" Type="http://schemas.openxmlformats.org/officeDocument/2006/relationships/tags" Target="../tags/tag117.xml"/><Relationship Id="rId12" Type="http://schemas.openxmlformats.org/officeDocument/2006/relationships/tags" Target="../tags/tag116.xml"/><Relationship Id="rId11" Type="http://schemas.openxmlformats.org/officeDocument/2006/relationships/tags" Target="../tags/tag115.xml"/><Relationship Id="rId10" Type="http://schemas.openxmlformats.org/officeDocument/2006/relationships/tags" Target="../tags/tag114.xml"/><Relationship Id="rId1" Type="http://schemas.openxmlformats.org/officeDocument/2006/relationships/tags" Target="../tags/tag10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0.xml"/><Relationship Id="rId8" Type="http://schemas.openxmlformats.org/officeDocument/2006/relationships/tags" Target="../tags/tag129.xml"/><Relationship Id="rId7" Type="http://schemas.openxmlformats.org/officeDocument/2006/relationships/tags" Target="../tags/tag128.xml"/><Relationship Id="rId6" Type="http://schemas.openxmlformats.org/officeDocument/2006/relationships/tags" Target="../tags/tag127.xml"/><Relationship Id="rId5" Type="http://schemas.openxmlformats.org/officeDocument/2006/relationships/tags" Target="../tags/tag126.xml"/><Relationship Id="rId4" Type="http://schemas.openxmlformats.org/officeDocument/2006/relationships/tags" Target="../tags/tag125.xml"/><Relationship Id="rId3" Type="http://schemas.openxmlformats.org/officeDocument/2006/relationships/tags" Target="../tags/tag124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1.xml"/><Relationship Id="rId20" Type="http://schemas.openxmlformats.org/officeDocument/2006/relationships/tags" Target="../tags/tag140.xml"/><Relationship Id="rId2" Type="http://schemas.openxmlformats.org/officeDocument/2006/relationships/image" Target="../media/image29.png"/><Relationship Id="rId19" Type="http://schemas.openxmlformats.org/officeDocument/2006/relationships/tags" Target="../tags/tag139.xml"/><Relationship Id="rId18" Type="http://schemas.openxmlformats.org/officeDocument/2006/relationships/tags" Target="../tags/tag138.xml"/><Relationship Id="rId17" Type="http://schemas.openxmlformats.org/officeDocument/2006/relationships/tags" Target="../tags/tag137.xml"/><Relationship Id="rId16" Type="http://schemas.openxmlformats.org/officeDocument/2006/relationships/tags" Target="../tags/tag136.xml"/><Relationship Id="rId15" Type="http://schemas.openxmlformats.org/officeDocument/2006/relationships/tags" Target="../tags/tag135.xml"/><Relationship Id="rId14" Type="http://schemas.openxmlformats.org/officeDocument/2006/relationships/tags" Target="../tags/tag134.xml"/><Relationship Id="rId13" Type="http://schemas.openxmlformats.org/officeDocument/2006/relationships/tags" Target="../tags/tag133.xml"/><Relationship Id="rId12" Type="http://schemas.openxmlformats.org/officeDocument/2006/relationships/image" Target="../media/image30.png"/><Relationship Id="rId11" Type="http://schemas.openxmlformats.org/officeDocument/2006/relationships/tags" Target="../tags/tag132.xml"/><Relationship Id="rId10" Type="http://schemas.openxmlformats.org/officeDocument/2006/relationships/tags" Target="../tags/tag131.xml"/><Relationship Id="rId1" Type="http://schemas.openxmlformats.org/officeDocument/2006/relationships/tags" Target="../tags/tag1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image" Target="../media/image33.png"/><Relationship Id="rId7" Type="http://schemas.openxmlformats.org/officeDocument/2006/relationships/tags" Target="../tags/tag146.xml"/><Relationship Id="rId6" Type="http://schemas.openxmlformats.org/officeDocument/2006/relationships/tags" Target="../tags/tag145.xml"/><Relationship Id="rId5" Type="http://schemas.openxmlformats.org/officeDocument/2006/relationships/image" Target="../media/image32.png"/><Relationship Id="rId4" Type="http://schemas.openxmlformats.org/officeDocument/2006/relationships/tags" Target="../tags/tag144.xml"/><Relationship Id="rId3" Type="http://schemas.openxmlformats.org/officeDocument/2006/relationships/tags" Target="../tags/tag143.xml"/><Relationship Id="rId2" Type="http://schemas.openxmlformats.org/officeDocument/2006/relationships/image" Target="../media/image31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5.xml"/><Relationship Id="rId17" Type="http://schemas.openxmlformats.org/officeDocument/2006/relationships/tags" Target="../tags/tag154.xml"/><Relationship Id="rId16" Type="http://schemas.openxmlformats.org/officeDocument/2006/relationships/tags" Target="../tags/tag153.xml"/><Relationship Id="rId15" Type="http://schemas.openxmlformats.org/officeDocument/2006/relationships/tags" Target="../tags/tag152.xml"/><Relationship Id="rId14" Type="http://schemas.openxmlformats.org/officeDocument/2006/relationships/tags" Target="../tags/tag151.xml"/><Relationship Id="rId13" Type="http://schemas.openxmlformats.org/officeDocument/2006/relationships/tags" Target="../tags/tag150.xml"/><Relationship Id="rId12" Type="http://schemas.openxmlformats.org/officeDocument/2006/relationships/tags" Target="../tags/tag149.xml"/><Relationship Id="rId11" Type="http://schemas.openxmlformats.org/officeDocument/2006/relationships/image" Target="../media/image34.png"/><Relationship Id="rId10" Type="http://schemas.openxmlformats.org/officeDocument/2006/relationships/tags" Target="../tags/tag148.xml"/><Relationship Id="rId1" Type="http://schemas.openxmlformats.org/officeDocument/2006/relationships/tags" Target="../tags/tag14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161.xml"/><Relationship Id="rId8" Type="http://schemas.openxmlformats.org/officeDocument/2006/relationships/tags" Target="../tags/tag160.xml"/><Relationship Id="rId7" Type="http://schemas.openxmlformats.org/officeDocument/2006/relationships/image" Target="../media/image37.png"/><Relationship Id="rId6" Type="http://schemas.openxmlformats.org/officeDocument/2006/relationships/tags" Target="../tags/tag159.xml"/><Relationship Id="rId5" Type="http://schemas.openxmlformats.org/officeDocument/2006/relationships/tags" Target="../tags/tag158.xml"/><Relationship Id="rId4" Type="http://schemas.openxmlformats.org/officeDocument/2006/relationships/image" Target="../media/image36.png"/><Relationship Id="rId3" Type="http://schemas.openxmlformats.org/officeDocument/2006/relationships/tags" Target="../tags/tag157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173.xml"/><Relationship Id="rId23" Type="http://schemas.openxmlformats.org/officeDocument/2006/relationships/tags" Target="../tags/tag172.xml"/><Relationship Id="rId22" Type="http://schemas.openxmlformats.org/officeDocument/2006/relationships/tags" Target="../tags/tag171.xml"/><Relationship Id="rId21" Type="http://schemas.openxmlformats.org/officeDocument/2006/relationships/tags" Target="../tags/tag170.xml"/><Relationship Id="rId20" Type="http://schemas.openxmlformats.org/officeDocument/2006/relationships/tags" Target="../tags/tag169.xml"/><Relationship Id="rId2" Type="http://schemas.openxmlformats.org/officeDocument/2006/relationships/image" Target="../media/image35.png"/><Relationship Id="rId19" Type="http://schemas.openxmlformats.org/officeDocument/2006/relationships/tags" Target="../tags/tag168.xml"/><Relationship Id="rId18" Type="http://schemas.openxmlformats.org/officeDocument/2006/relationships/tags" Target="../tags/tag167.xml"/><Relationship Id="rId17" Type="http://schemas.openxmlformats.org/officeDocument/2006/relationships/tags" Target="../tags/tag166.xml"/><Relationship Id="rId16" Type="http://schemas.openxmlformats.org/officeDocument/2006/relationships/tags" Target="../tags/tag165.xml"/><Relationship Id="rId15" Type="http://schemas.openxmlformats.org/officeDocument/2006/relationships/image" Target="../media/image40.png"/><Relationship Id="rId14" Type="http://schemas.openxmlformats.org/officeDocument/2006/relationships/tags" Target="../tags/tag164.xml"/><Relationship Id="rId13" Type="http://schemas.openxmlformats.org/officeDocument/2006/relationships/image" Target="../media/image39.png"/><Relationship Id="rId12" Type="http://schemas.openxmlformats.org/officeDocument/2006/relationships/tags" Target="../tags/tag163.xml"/><Relationship Id="rId11" Type="http://schemas.openxmlformats.org/officeDocument/2006/relationships/tags" Target="../tags/tag162.xml"/><Relationship Id="rId10" Type="http://schemas.openxmlformats.org/officeDocument/2006/relationships/image" Target="../media/image38.png"/><Relationship Id="rId1" Type="http://schemas.openxmlformats.org/officeDocument/2006/relationships/tags" Target="../tags/tag15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80.xml"/><Relationship Id="rId8" Type="http://schemas.openxmlformats.org/officeDocument/2006/relationships/tags" Target="../tags/tag179.xml"/><Relationship Id="rId7" Type="http://schemas.openxmlformats.org/officeDocument/2006/relationships/tags" Target="../tags/tag178.xml"/><Relationship Id="rId6" Type="http://schemas.openxmlformats.org/officeDocument/2006/relationships/tags" Target="../tags/tag177.xml"/><Relationship Id="rId5" Type="http://schemas.openxmlformats.org/officeDocument/2006/relationships/tags" Target="../tags/tag176.xml"/><Relationship Id="rId4" Type="http://schemas.openxmlformats.org/officeDocument/2006/relationships/image" Target="../media/image42.png"/><Relationship Id="rId3" Type="http://schemas.openxmlformats.org/officeDocument/2006/relationships/tags" Target="../tags/tag175.xml"/><Relationship Id="rId2" Type="http://schemas.openxmlformats.org/officeDocument/2006/relationships/image" Target="../media/image41.png"/><Relationship Id="rId16" Type="http://schemas.openxmlformats.org/officeDocument/2006/relationships/slideLayout" Target="../slideLayouts/slideLayout1.xml"/><Relationship Id="rId15" Type="http://schemas.openxmlformats.org/officeDocument/2006/relationships/tags" Target="../tags/tag184.xml"/><Relationship Id="rId14" Type="http://schemas.openxmlformats.org/officeDocument/2006/relationships/tags" Target="../tags/tag183.xml"/><Relationship Id="rId13" Type="http://schemas.openxmlformats.org/officeDocument/2006/relationships/image" Target="../media/image44.png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image" Target="../media/image43.png"/><Relationship Id="rId1" Type="http://schemas.openxmlformats.org/officeDocument/2006/relationships/tags" Target="../tags/tag17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188.xml"/><Relationship Id="rId5" Type="http://schemas.openxmlformats.org/officeDocument/2006/relationships/image" Target="../media/image46.png"/><Relationship Id="rId4" Type="http://schemas.openxmlformats.org/officeDocument/2006/relationships/tags" Target="../tags/tag187.xml"/><Relationship Id="rId3" Type="http://schemas.openxmlformats.org/officeDocument/2006/relationships/tags" Target="../tags/tag186.xml"/><Relationship Id="rId2" Type="http://schemas.openxmlformats.org/officeDocument/2006/relationships/image" Target="../media/image45.png"/><Relationship Id="rId1" Type="http://schemas.openxmlformats.org/officeDocument/2006/relationships/tags" Target="../tags/tag18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image" Target="../media/image48.png"/><Relationship Id="rId5" Type="http://schemas.openxmlformats.org/officeDocument/2006/relationships/tags" Target="../tags/tag192.xml"/><Relationship Id="rId4" Type="http://schemas.openxmlformats.org/officeDocument/2006/relationships/tags" Target="../tags/tag191.xml"/><Relationship Id="rId3" Type="http://schemas.openxmlformats.org/officeDocument/2006/relationships/tags" Target="../tags/tag190.xml"/><Relationship Id="rId2" Type="http://schemas.openxmlformats.org/officeDocument/2006/relationships/image" Target="../media/image47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196.xml"/><Relationship Id="rId10" Type="http://schemas.openxmlformats.org/officeDocument/2006/relationships/image" Target="../media/image49.png"/><Relationship Id="rId1" Type="http://schemas.openxmlformats.org/officeDocument/2006/relationships/tags" Target="../tags/tag18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tags" Target="../tags/tag203.xml"/><Relationship Id="rId8" Type="http://schemas.openxmlformats.org/officeDocument/2006/relationships/tags" Target="../tags/tag202.xml"/><Relationship Id="rId7" Type="http://schemas.openxmlformats.org/officeDocument/2006/relationships/tags" Target="../tags/tag201.xml"/><Relationship Id="rId6" Type="http://schemas.openxmlformats.org/officeDocument/2006/relationships/tags" Target="../tags/tag200.xml"/><Relationship Id="rId5" Type="http://schemas.openxmlformats.org/officeDocument/2006/relationships/tags" Target="../tags/tag199.xml"/><Relationship Id="rId4" Type="http://schemas.openxmlformats.org/officeDocument/2006/relationships/image" Target="../media/image51.png"/><Relationship Id="rId3" Type="http://schemas.openxmlformats.org/officeDocument/2006/relationships/tags" Target="../tags/tag198.xml"/><Relationship Id="rId2" Type="http://schemas.openxmlformats.org/officeDocument/2006/relationships/image" Target="../media/image50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9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09.xml"/><Relationship Id="rId7" Type="http://schemas.openxmlformats.org/officeDocument/2006/relationships/tags" Target="../tags/tag208.xml"/><Relationship Id="rId6" Type="http://schemas.openxmlformats.org/officeDocument/2006/relationships/tags" Target="../tags/tag207.xml"/><Relationship Id="rId5" Type="http://schemas.openxmlformats.org/officeDocument/2006/relationships/tags" Target="../tags/tag206.xml"/><Relationship Id="rId4" Type="http://schemas.openxmlformats.org/officeDocument/2006/relationships/image" Target="../media/image53.png"/><Relationship Id="rId3" Type="http://schemas.openxmlformats.org/officeDocument/2006/relationships/tags" Target="../tags/tag205.xml"/><Relationship Id="rId2" Type="http://schemas.openxmlformats.org/officeDocument/2006/relationships/image" Target="../media/image52.png"/><Relationship Id="rId1" Type="http://schemas.openxmlformats.org/officeDocument/2006/relationships/tags" Target="../tags/tag20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216.xml"/><Relationship Id="rId8" Type="http://schemas.openxmlformats.org/officeDocument/2006/relationships/image" Target="../media/image55.png"/><Relationship Id="rId7" Type="http://schemas.openxmlformats.org/officeDocument/2006/relationships/tags" Target="../tags/tag215.xml"/><Relationship Id="rId6" Type="http://schemas.openxmlformats.org/officeDocument/2006/relationships/tags" Target="../tags/tag214.xml"/><Relationship Id="rId5" Type="http://schemas.openxmlformats.org/officeDocument/2006/relationships/tags" Target="../tags/tag213.xml"/><Relationship Id="rId4" Type="http://schemas.openxmlformats.org/officeDocument/2006/relationships/tags" Target="../tags/tag212.xml"/><Relationship Id="rId3" Type="http://schemas.openxmlformats.org/officeDocument/2006/relationships/tags" Target="../tags/tag211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232.xml"/><Relationship Id="rId27" Type="http://schemas.openxmlformats.org/officeDocument/2006/relationships/tags" Target="../tags/tag231.xml"/><Relationship Id="rId26" Type="http://schemas.openxmlformats.org/officeDocument/2006/relationships/tags" Target="../tags/tag230.xml"/><Relationship Id="rId25" Type="http://schemas.openxmlformats.org/officeDocument/2006/relationships/tags" Target="../tags/tag229.xml"/><Relationship Id="rId24" Type="http://schemas.openxmlformats.org/officeDocument/2006/relationships/image" Target="../media/image58.png"/><Relationship Id="rId23" Type="http://schemas.openxmlformats.org/officeDocument/2006/relationships/tags" Target="../tags/tag228.xml"/><Relationship Id="rId22" Type="http://schemas.openxmlformats.org/officeDocument/2006/relationships/tags" Target="../tags/tag227.xml"/><Relationship Id="rId21" Type="http://schemas.openxmlformats.org/officeDocument/2006/relationships/image" Target="../media/image57.png"/><Relationship Id="rId20" Type="http://schemas.openxmlformats.org/officeDocument/2006/relationships/tags" Target="../tags/tag226.xml"/><Relationship Id="rId2" Type="http://schemas.openxmlformats.org/officeDocument/2006/relationships/image" Target="../media/image54.png"/><Relationship Id="rId19" Type="http://schemas.openxmlformats.org/officeDocument/2006/relationships/tags" Target="../tags/tag225.xml"/><Relationship Id="rId18" Type="http://schemas.openxmlformats.org/officeDocument/2006/relationships/tags" Target="../tags/tag224.xml"/><Relationship Id="rId17" Type="http://schemas.openxmlformats.org/officeDocument/2006/relationships/tags" Target="../tags/tag223.xml"/><Relationship Id="rId16" Type="http://schemas.openxmlformats.org/officeDocument/2006/relationships/tags" Target="../tags/tag222.xml"/><Relationship Id="rId15" Type="http://schemas.openxmlformats.org/officeDocument/2006/relationships/tags" Target="../tags/tag221.xml"/><Relationship Id="rId14" Type="http://schemas.openxmlformats.org/officeDocument/2006/relationships/image" Target="../media/image56.png"/><Relationship Id="rId13" Type="http://schemas.openxmlformats.org/officeDocument/2006/relationships/tags" Target="../tags/tag220.xml"/><Relationship Id="rId12" Type="http://schemas.openxmlformats.org/officeDocument/2006/relationships/tags" Target="../tags/tag219.xml"/><Relationship Id="rId11" Type="http://schemas.openxmlformats.org/officeDocument/2006/relationships/tags" Target="../tags/tag218.xml"/><Relationship Id="rId10" Type="http://schemas.openxmlformats.org/officeDocument/2006/relationships/tags" Target="../tags/tag217.xml"/><Relationship Id="rId1" Type="http://schemas.openxmlformats.org/officeDocument/2006/relationships/tags" Target="../tags/tag2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2.png"/><Relationship Id="rId8" Type="http://schemas.openxmlformats.org/officeDocument/2006/relationships/tags" Target="../tags/tag237.xml"/><Relationship Id="rId7" Type="http://schemas.openxmlformats.org/officeDocument/2006/relationships/image" Target="../media/image61.png"/><Relationship Id="rId6" Type="http://schemas.openxmlformats.org/officeDocument/2006/relationships/tags" Target="../tags/tag236.xml"/><Relationship Id="rId5" Type="http://schemas.openxmlformats.org/officeDocument/2006/relationships/tags" Target="../tags/tag235.xml"/><Relationship Id="rId4" Type="http://schemas.openxmlformats.org/officeDocument/2006/relationships/image" Target="../media/image60.png"/><Relationship Id="rId3" Type="http://schemas.openxmlformats.org/officeDocument/2006/relationships/tags" Target="../tags/tag234.xml"/><Relationship Id="rId2" Type="http://schemas.openxmlformats.org/officeDocument/2006/relationships/image" Target="../media/image59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239.xml"/><Relationship Id="rId10" Type="http://schemas.openxmlformats.org/officeDocument/2006/relationships/tags" Target="../tags/tag238.xml"/><Relationship Id="rId1" Type="http://schemas.openxmlformats.org/officeDocument/2006/relationships/tags" Target="../tags/tag23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tags" Target="../tags/tag246.xml"/><Relationship Id="rId8" Type="http://schemas.openxmlformats.org/officeDocument/2006/relationships/tags" Target="../tags/tag245.xml"/><Relationship Id="rId7" Type="http://schemas.openxmlformats.org/officeDocument/2006/relationships/tags" Target="../tags/tag244.xml"/><Relationship Id="rId6" Type="http://schemas.openxmlformats.org/officeDocument/2006/relationships/tags" Target="../tags/tag243.xml"/><Relationship Id="rId5" Type="http://schemas.openxmlformats.org/officeDocument/2006/relationships/image" Target="../media/image64.png"/><Relationship Id="rId4" Type="http://schemas.openxmlformats.org/officeDocument/2006/relationships/tags" Target="../tags/tag242.xml"/><Relationship Id="rId3" Type="http://schemas.openxmlformats.org/officeDocument/2006/relationships/tags" Target="../tags/tag241.xml"/><Relationship Id="rId2" Type="http://schemas.openxmlformats.org/officeDocument/2006/relationships/image" Target="../media/image63.png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250.xml"/><Relationship Id="rId12" Type="http://schemas.openxmlformats.org/officeDocument/2006/relationships/tags" Target="../tags/tag249.xml"/><Relationship Id="rId11" Type="http://schemas.openxmlformats.org/officeDocument/2006/relationships/tags" Target="../tags/tag248.xml"/><Relationship Id="rId10" Type="http://schemas.openxmlformats.org/officeDocument/2006/relationships/tags" Target="../tags/tag247.xml"/><Relationship Id="rId1" Type="http://schemas.openxmlformats.org/officeDocument/2006/relationships/tags" Target="../tags/tag24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tags" Target="../tags/tag256.xml"/><Relationship Id="rId8" Type="http://schemas.openxmlformats.org/officeDocument/2006/relationships/tags" Target="../tags/tag255.xml"/><Relationship Id="rId7" Type="http://schemas.openxmlformats.org/officeDocument/2006/relationships/tags" Target="../tags/tag254.xml"/><Relationship Id="rId6" Type="http://schemas.openxmlformats.org/officeDocument/2006/relationships/image" Target="../media/image67.png"/><Relationship Id="rId5" Type="http://schemas.openxmlformats.org/officeDocument/2006/relationships/tags" Target="../tags/tag253.xml"/><Relationship Id="rId4" Type="http://schemas.openxmlformats.org/officeDocument/2006/relationships/image" Target="../media/image66.png"/><Relationship Id="rId3" Type="http://schemas.openxmlformats.org/officeDocument/2006/relationships/tags" Target="../tags/tag252.xml"/><Relationship Id="rId2" Type="http://schemas.openxmlformats.org/officeDocument/2006/relationships/image" Target="../media/image65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25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261.xml"/><Relationship Id="rId6" Type="http://schemas.openxmlformats.org/officeDocument/2006/relationships/tags" Target="../tags/tag260.xml"/><Relationship Id="rId5" Type="http://schemas.openxmlformats.org/officeDocument/2006/relationships/tags" Target="../tags/tag259.xml"/><Relationship Id="rId4" Type="http://schemas.openxmlformats.org/officeDocument/2006/relationships/image" Target="../media/image69.png"/><Relationship Id="rId3" Type="http://schemas.openxmlformats.org/officeDocument/2006/relationships/tags" Target="../tags/tag258.xml"/><Relationship Id="rId2" Type="http://schemas.openxmlformats.org/officeDocument/2006/relationships/image" Target="../media/image68.png"/><Relationship Id="rId1" Type="http://schemas.openxmlformats.org/officeDocument/2006/relationships/tags" Target="../tags/tag25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265.xml"/><Relationship Id="rId5" Type="http://schemas.openxmlformats.org/officeDocument/2006/relationships/tags" Target="../tags/tag264.xml"/><Relationship Id="rId4" Type="http://schemas.openxmlformats.org/officeDocument/2006/relationships/image" Target="../media/image71.png"/><Relationship Id="rId3" Type="http://schemas.openxmlformats.org/officeDocument/2006/relationships/tags" Target="../tags/tag263.xml"/><Relationship Id="rId2" Type="http://schemas.openxmlformats.org/officeDocument/2006/relationships/image" Target="../media/image70.png"/><Relationship Id="rId1" Type="http://schemas.openxmlformats.org/officeDocument/2006/relationships/tags" Target="../tags/tag26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tags" Target="../tags/tag269.xml"/><Relationship Id="rId4" Type="http://schemas.openxmlformats.org/officeDocument/2006/relationships/tags" Target="../tags/tag268.xml"/><Relationship Id="rId3" Type="http://schemas.openxmlformats.org/officeDocument/2006/relationships/tags" Target="../tags/tag267.xml"/><Relationship Id="rId2" Type="http://schemas.openxmlformats.org/officeDocument/2006/relationships/image" Target="../media/image72.png"/><Relationship Id="rId1" Type="http://schemas.openxmlformats.org/officeDocument/2006/relationships/tags" Target="../tags/tag2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>
            <p:custDataLst>
              <p:tags r:id="rId30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2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3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34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35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36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39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0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1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2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3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44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45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46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  <p:pic>
        <p:nvPicPr>
          <p:cNvPr id="55" name="图片 54"/>
          <p:cNvPicPr>
            <a:picLocks noChangeAspect="1"/>
          </p:cNvPicPr>
          <p:nvPr>
            <p:custDataLst>
              <p:tags r:id="rId47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014720" y="15240"/>
            <a:ext cx="1760855" cy="1905000"/>
          </a:xfrm>
          <a:prstGeom prst="rect">
            <a:avLst/>
          </a:prstGeom>
        </p:spPr>
      </p:pic>
      <p:sp>
        <p:nvSpPr>
          <p:cNvPr id="56" name="文本框 55"/>
          <p:cNvSpPr txBox="1"/>
          <p:nvPr>
            <p:custDataLst>
              <p:tags r:id="rId49"/>
            </p:custDataLst>
          </p:nvPr>
        </p:nvSpPr>
        <p:spPr>
          <a:xfrm>
            <a:off x="7878445" y="797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导致的问题可能会让图像生成的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很像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</a:t>
            </a:r>
            <a:r>
              <a:rPr lang="en-US" altLang="zh-CN"/>
              <a:t>Model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779520" y="0"/>
            <a:ext cx="4410710" cy="322199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3818890"/>
            <a:ext cx="3067685" cy="68961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初始图像通过相同的加噪一步一步变成高斯分布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为步长，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可调节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5347970"/>
            <a:ext cx="3459480" cy="73787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0" y="500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当前步的概率等于初始的图像连乘加噪条件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808085" y="3945890"/>
            <a:ext cx="2928620" cy="74358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636000" y="3357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将高斯噪声分布作为初始概率分布额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逆马尔科夫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4596130" y="3495040"/>
            <a:ext cx="3251200" cy="151384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431030" y="5528945"/>
            <a:ext cx="3492500" cy="8128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16"/>
            </p:custDataLst>
          </p:nvPr>
        </p:nvSpPr>
        <p:spPr>
          <a:xfrm>
            <a:off x="4572000" y="3103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用神经网络计算的每一步概率拟合正向过程每一步的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后验概率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7"/>
            </p:custDataLst>
          </p:nvPr>
        </p:nvSpPr>
        <p:spPr>
          <a:xfrm>
            <a:off x="4572000" y="4881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第二项熵项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不参与学习，主要用于配平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公式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8"/>
            </p:custDataLst>
          </p:nvPr>
        </p:nvSpPr>
        <p:spPr>
          <a:xfrm>
            <a:off x="4572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反向过程的每一步最大化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8636635" y="3221990"/>
            <a:ext cx="3458845" cy="35464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4699635" y="3103880"/>
            <a:ext cx="3458845" cy="36645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>
            <p:custDataLst>
              <p:tags r:id="rId22"/>
            </p:custDataLst>
          </p:nvPr>
        </p:nvSpPr>
        <p:spPr>
          <a:xfrm>
            <a:off x="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正向过程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23"/>
            </p:custDataLst>
          </p:nvPr>
        </p:nvSpPr>
        <p:spPr>
          <a:xfrm>
            <a:off x="8636000" y="6278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反向过程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24"/>
            </p:custDataLst>
          </p:nvPr>
        </p:nvSpPr>
        <p:spPr>
          <a:xfrm>
            <a:off x="4699000" y="6405880"/>
            <a:ext cx="3459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优化目标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DDPM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70485"/>
            <a:ext cx="5554345" cy="146240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7630" y="3746500"/>
            <a:ext cx="4775200" cy="6350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175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正向过程噪声的真实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3025140" y="4373880"/>
            <a:ext cx="120967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反向过程模型预测的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均值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1687195" y="4881880"/>
            <a:ext cx="26162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最小化两个噪声之间的欧式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距离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00685" y="323088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固定噪声方差，只学习均值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引入方差会有更复杂的情况，导致训练不稳定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仅训练均值也能达到很好的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80645" y="5262880"/>
            <a:ext cx="6212205" cy="1325245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7610475" y="429260"/>
            <a:ext cx="352679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虽然整个过程只使用了一个噪声，通过调节比值来加噪和和去噪，实际上每一步比值不同都会生成全新的均值供模型进行学习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2828290" y="1611630"/>
            <a:ext cx="6603365" cy="161925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-12700" y="1826260"/>
            <a:ext cx="297751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从分布中随机采样图像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随机采样一个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时间步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从标准高斯采样噪声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用于原图上添加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最小化模型预测噪声和时间步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对应的噪声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的平方误差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9258300" y="1826260"/>
            <a:ext cx="2977515" cy="1403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初始化随机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迭代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除了第一步外的每一步随机采样一个高斯噪声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对模型第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步，预测需要减去的噪声恢复到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T-1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步，然后加上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来确保样本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DD</a:t>
            </a:r>
            <a:r>
              <a:rPr lang="en-US" altLang="zh-CN"/>
              <a:t>IM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3062605"/>
            <a:ext cx="4521200" cy="7620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33350" y="218694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我们如果想知道模型从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生成中间时刻的概率，只需要知道模型从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x0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生成最终时刻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XT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回退到中间时刻的概率的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63490" y="3062605"/>
            <a:ext cx="6858000" cy="647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206490" y="2186940"/>
            <a:ext cx="507492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解释了模型如何根据xt和x0得到xt-1的概率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只需要知道x0和xt的均值和方差，就可以推导任何中间步骤的概率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Diffusion Beat </a:t>
            </a:r>
            <a:r>
              <a:rPr lang="en-US" altLang="zh-CN"/>
              <a:t>GANs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4160" y="501650"/>
            <a:ext cx="4127500" cy="23876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166370" y="92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固定每个注意力头的通道数，增加注意力头数，从 1 增加到 8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固定注意力头数量，调整每个头的通道数，从 32 增加到 128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3468370" y="219710"/>
            <a:ext cx="4521200" cy="541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sz="2000" b="1">
                <a:latin typeface="微软雅黑" charset="0"/>
                <a:ea typeface="微软雅黑" charset="0"/>
                <a:cs typeface="微软雅黑" charset="0"/>
              </a:rPr>
              <a:t>FID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越小越好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4255135" y="2859405"/>
            <a:ext cx="7936865" cy="399859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3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第一个基础模型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ch: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res: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mutil-res att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多分辨率注意力层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biggan up/down BigGAN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上下采样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skip rescale: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残差链接做重缩放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8642985" y="1616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注意力头数和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通道数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越往下改进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越好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264160" y="4833620"/>
            <a:ext cx="3060700" cy="11176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387985" y="4410710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Addition + GroupNorm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DDPM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使用的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AdaGN：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后续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改进方法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Cog</a:t>
            </a:r>
            <a:r>
              <a:rPr lang="en-US" altLang="zh-CN"/>
              <a:t>View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74140" y="3789680"/>
            <a:ext cx="9356090" cy="30689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442845" y="0"/>
            <a:ext cx="7306945" cy="327914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5"/>
            </p:custDataLst>
          </p:nvPr>
        </p:nvSpPr>
        <p:spPr>
          <a:xfrm>
            <a:off x="382270" y="1929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将文本映射成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6621145" y="405130"/>
            <a:ext cx="290703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将图像离散化成离散潜特征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874260" y="2310130"/>
            <a:ext cx="317754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加入分隔符拼接</a:t>
            </a:r>
            <a:b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对图像和文本分别优化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3827145" y="3199130"/>
            <a:ext cx="372681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将文本</a:t>
            </a:r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图像混合特征共同映射到词典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3281045" y="3834130"/>
            <a:ext cx="5542280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600" b="1">
                <a:latin typeface="微软雅黑" charset="0"/>
                <a:ea typeface="微软雅黑" charset="0"/>
                <a:cs typeface="微软雅黑" charset="0"/>
              </a:rPr>
              <a:t>Sandwich-LN</a:t>
            </a: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对的结构和对大参数反向传播的优化效果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Classified Free </a:t>
            </a:r>
            <a:r>
              <a:rPr lang="en-US" altLang="zh-CN"/>
              <a:t>Diffusion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4879975" y="607060"/>
            <a:ext cx="6663055" cy="211518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4929505" y="3428365"/>
            <a:ext cx="6613525" cy="268986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1864995" y="970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从图像文本对中抽取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有一定的概率遮蔽文本，类似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SNR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采样𝜆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随机采样噪声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根据随机采样的𝜆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和噪声生成加噪的中间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状态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7.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用文本指导的噪声来拟合真实噪声𝜀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864995" y="4145915"/>
            <a:ext cx="3042285" cy="13881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初始生成采样一个随机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噪声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多轮循环去噪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用文本指导生成和纯模型生成的噪声做插值，突出文本部分的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影响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生成的噪声对当前随机噪声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5.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在优化后噪声的基础上添加一点随机噪声，提高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多样性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7"/>
            </p:custDataLst>
          </p:nvPr>
        </p:nvSpPr>
        <p:spPr>
          <a:xfrm>
            <a:off x="1906270" y="532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训练过程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1906270" y="3707130"/>
            <a:ext cx="206057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生成过程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938530" y="438150"/>
            <a:ext cx="4945380" cy="215328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2755265" y="111760"/>
            <a:ext cx="332422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对比学习对齐图像文本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信息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4"/>
            </p:custDataLst>
          </p:nvPr>
        </p:nvSpPr>
        <p:spPr>
          <a:xfrm>
            <a:off x="2485390" y="2450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扩散模型根据文本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生成图像初始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436360" y="2327275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多层级联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用上一层的小尺度图像作为引导生成更大图像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具体操作是将本层生成图像增加噪声，并通过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转化为新的图像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知道大尺度图像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0" y="40005"/>
            <a:ext cx="261175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DALL·E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的自回归模型变成扩散模型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268085" y="17145"/>
            <a:ext cx="5840730" cy="2390140"/>
          </a:xfrm>
          <a:prstGeom prst="rect">
            <a:avLst/>
          </a:prstGeom>
        </p:spPr>
      </p:pic>
      <p:sp>
        <p:nvSpPr>
          <p:cNvPr id="38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2740025" y="112395"/>
            <a:ext cx="3339465" cy="13068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2612390" y="1509395"/>
            <a:ext cx="1795780" cy="18656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4263390" y="1508760"/>
            <a:ext cx="1795780" cy="1144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4" name="直接连接符 13"/>
          <p:cNvCxnSpPr/>
          <p:nvPr/>
        </p:nvCxnSpPr>
        <p:spPr>
          <a:xfrm flipV="1">
            <a:off x="6056630" y="50800"/>
            <a:ext cx="210185" cy="1461770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12"/>
            </p:custDataLst>
          </p:nvPr>
        </p:nvCxnSpPr>
        <p:spPr>
          <a:xfrm flipV="1">
            <a:off x="6029960" y="2403475"/>
            <a:ext cx="223520" cy="278765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6" name="图片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222250" y="3500755"/>
            <a:ext cx="6214745" cy="2320925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15"/>
            </p:custDataLst>
          </p:nvPr>
        </p:nvSpPr>
        <p:spPr>
          <a:xfrm>
            <a:off x="199390" y="5752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图像变体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之前采用加噪到去噪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现在可以使用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提取原图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指导生成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6"/>
            </p:custDataLst>
          </p:nvPr>
        </p:nvSpPr>
        <p:spPr>
          <a:xfrm>
            <a:off x="2231390" y="5752465"/>
            <a:ext cx="2046605" cy="3263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图片插值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之前将加噪后的噪声插值融合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现在可以将图像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embed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插值融合作为生成指导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7"/>
            </p:custDataLst>
          </p:nvPr>
        </p:nvSpPr>
        <p:spPr>
          <a:xfrm>
            <a:off x="4390390" y="5752465"/>
            <a:ext cx="2046605" cy="10706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文本偏移</a:t>
            </a:r>
            <a:br>
              <a:rPr lang="zh-CN" altLang="en-US" sz="14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可以用两个文本的差异做插值和原始图像再插值指导生成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20" name="直接连接符 19"/>
          <p:cNvCxnSpPr/>
          <p:nvPr>
            <p:custDataLst>
              <p:tags r:id="rId18"/>
            </p:custDataLst>
          </p:nvPr>
        </p:nvCxnSpPr>
        <p:spPr>
          <a:xfrm flipV="1">
            <a:off x="1673860" y="2094230"/>
            <a:ext cx="1148080" cy="551180"/>
          </a:xfrm>
          <a:prstGeom prst="line">
            <a:avLst/>
          </a:prstGeom>
          <a:ln w="38100" cap="flat" cmpd="sng">
            <a:solidFill>
              <a:schemeClr val="tx1"/>
            </a:solidFill>
            <a:prstDash val="solid"/>
            <a:miter lim="800000"/>
            <a:headEnd type="non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>
            <p:custDataLst>
              <p:tags r:id="rId19"/>
            </p:custDataLst>
          </p:nvPr>
        </p:nvSpPr>
        <p:spPr>
          <a:xfrm>
            <a:off x="72390" y="2323465"/>
            <a:ext cx="2046605" cy="1050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对比了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直接自回归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到文本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到图像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embed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2" name="图片 21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6549390" y="3214370"/>
            <a:ext cx="3876040" cy="2049145"/>
          </a:xfrm>
          <a:prstGeom prst="rect">
            <a:avLst/>
          </a:prstGeom>
        </p:spPr>
      </p:pic>
      <p:sp>
        <p:nvSpPr>
          <p:cNvPr id="23" name="文本框 22"/>
          <p:cNvSpPr txBox="1"/>
          <p:nvPr>
            <p:custDataLst>
              <p:tags r:id="rId22"/>
            </p:custDataLst>
          </p:nvPr>
        </p:nvSpPr>
        <p:spPr>
          <a:xfrm>
            <a:off x="10385425" y="3281045"/>
            <a:ext cx="188658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GLIDE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的指导方式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右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会随着文本指导生成趋向一致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DALL·E2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可以引入初始图像信息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避免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5" name="图片 24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6676390" y="5390515"/>
            <a:ext cx="2612390" cy="1259840"/>
          </a:xfrm>
          <a:prstGeom prst="rect">
            <a:avLst/>
          </a:prstGeom>
        </p:spPr>
      </p:pic>
      <p:sp>
        <p:nvSpPr>
          <p:cNvPr id="26" name="文本框 25"/>
          <p:cNvSpPr txBox="1"/>
          <p:nvPr>
            <p:custDataLst>
              <p:tags r:id="rId25"/>
            </p:custDataLst>
          </p:nvPr>
        </p:nvSpPr>
        <p:spPr>
          <a:xfrm>
            <a:off x="9369425" y="5440045"/>
            <a:ext cx="2921000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DALL·E2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不足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可能出现特征混淆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形容词对应不上正确物体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文字不能准确生成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复杂场景信息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丢失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72390" y="3414395"/>
            <a:ext cx="6447155" cy="34245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549390" y="3281045"/>
            <a:ext cx="5600065" cy="19824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09715" y="5377815"/>
            <a:ext cx="5499100" cy="13068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Imagen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323850"/>
            <a:ext cx="5219700" cy="527558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219700" y="257175"/>
            <a:ext cx="7004685" cy="3146425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6055360" y="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优化截断方式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效果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7057390" y="3576955"/>
            <a:ext cx="4852035" cy="155892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485130" y="5059045"/>
            <a:ext cx="6706870" cy="1798955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1356360" y="584200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大语言模型越大效果越好，最好的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H5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差不多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增大文本特征提取的规模比增大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Diffusion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的规模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4712335" y="3683000"/>
            <a:ext cx="2891790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对比文本图像对齐度和保真度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I-T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对齐度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用户评判生成图像是否符合文本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保真度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用户评判图像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质量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LDM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3860800" cy="300990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3860800" y="128270"/>
            <a:ext cx="5407025" cy="10712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在低维度潜空间中，用较少数据就能很好保留图像的整体语义和可感知特征，而高维度像素空间虽然保留了更多几乎不可察觉的细节，但代价是需要更大数据量和算力，而生成的图像在视觉上差别不大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2651760" y="3218180"/>
            <a:ext cx="6616065" cy="331724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2489835" y="3009900"/>
            <a:ext cx="270510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将高维图像映射到低维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隐空间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4394835" y="2501900"/>
            <a:ext cx="270510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加噪和去噪过程在隐空间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4521835" y="6438900"/>
            <a:ext cx="270510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去噪过程通过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Unet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引入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多模态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2362835" y="5748020"/>
            <a:ext cx="270510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映射回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高维空间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矩形: 圆角 36"/>
          <p:cNvSpPr/>
          <p:nvPr>
            <p:custDataLst>
              <p:tags r:id="rId10"/>
            </p:custDataLst>
          </p:nvPr>
        </p:nvSpPr>
        <p:spPr>
          <a:xfrm rot="10800000" flipV="1">
            <a:off x="3014345" y="4584065"/>
            <a:ext cx="1308100" cy="14890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: 圆角 36"/>
          <p:cNvSpPr/>
          <p:nvPr>
            <p:custDataLst>
              <p:tags r:id="rId11"/>
            </p:custDataLst>
          </p:nvPr>
        </p:nvSpPr>
        <p:spPr>
          <a:xfrm rot="10800000" flipV="1">
            <a:off x="2651125" y="2806065"/>
            <a:ext cx="2416175" cy="148907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3794125" y="2431415"/>
            <a:ext cx="4164330" cy="33166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4643120" y="4295775"/>
            <a:ext cx="2584450" cy="24682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SD-XL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43940" y="0"/>
            <a:ext cx="8597900" cy="30226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182610" y="4539615"/>
            <a:ext cx="3517900" cy="13335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07950" y="4072890"/>
            <a:ext cx="6612255" cy="242824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2235835" y="3771900"/>
            <a:ext cx="270510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文本指导不同像素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7793355" y="3644900"/>
            <a:ext cx="429006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测试了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只使用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512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使用全部尺寸图像不告知模型初始分辨率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告知模型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初始分辨率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5507355" y="2247900"/>
            <a:ext cx="429006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同分辨率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级联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ADD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441700" y="337820"/>
            <a:ext cx="5308600" cy="440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3581400" y="5387975"/>
            <a:ext cx="5029200" cy="431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3729355" y="5803900"/>
            <a:ext cx="429006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结合了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GAN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判别损失和蒸馏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598805" y="3009900"/>
            <a:ext cx="3376295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教师模型指导学生模型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1000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步的生成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步就完成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提高生成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效率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8345805" y="1104900"/>
            <a:ext cx="3376295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GAN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判别生成图像和原始图像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提高生成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准确度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DiTs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59790" y="4186555"/>
            <a:ext cx="3081020" cy="267144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75385" y="0"/>
            <a:ext cx="9841865" cy="446278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3773805" y="5605780"/>
            <a:ext cx="4599305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对输入图像按照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ViT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的方式分块，并添加位置编码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分块的数量是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超参数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1948180" y="3964305"/>
            <a:ext cx="1979295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生成条件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SD3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74290" y="963295"/>
            <a:ext cx="7769860" cy="519557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3"/>
            </p:custDataLst>
          </p:nvPr>
        </p:nvSpPr>
        <p:spPr>
          <a:xfrm>
            <a:off x="2122805" y="525780"/>
            <a:ext cx="4599305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三个编码器对文本特征提取，并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5349875" y="1635760"/>
            <a:ext cx="104394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7016750" y="492760"/>
            <a:ext cx="2790190" cy="3251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文本和图片同等重要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之前模型对图片处理的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更多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BEAUTIFY_FLAG" val=""/>
</p:tagLst>
</file>

<file path=ppt/tags/tag167.xml><?xml version="1.0" encoding="utf-8"?>
<p:tagLst xmlns:p="http://schemas.openxmlformats.org/presentationml/2006/main">
  <p:tag name="KSO_WM_BEAUTIFY_FLAG" val="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BEAUTIFY_FLAG" val=""/>
</p:tagLst>
</file>

<file path=ppt/tags/tag170.xml><?xml version="1.0" encoding="utf-8"?>
<p:tagLst xmlns:p="http://schemas.openxmlformats.org/presentationml/2006/main">
  <p:tag name="KSO_WM_BEAUTIFY_FLAG" val=""/>
</p:tagLst>
</file>

<file path=ppt/tags/tag171.xml><?xml version="1.0" encoding="utf-8"?>
<p:tagLst xmlns:p="http://schemas.openxmlformats.org/presentationml/2006/main">
  <p:tag name="KSO_WM_BEAUTIFY_FLAG" val=""/>
</p:tagLst>
</file>

<file path=ppt/tags/tag172.xml><?xml version="1.0" encoding="utf-8"?>
<p:tagLst xmlns:p="http://schemas.openxmlformats.org/presentationml/2006/main">
  <p:tag name="KSO_WM_BEAUTIFY_FLAG" val=""/>
</p:tagLst>
</file>

<file path=ppt/tags/tag173.xml><?xml version="1.0" encoding="utf-8"?>
<p:tagLst xmlns:p="http://schemas.openxmlformats.org/presentationml/2006/main">
  <p:tag name="KSO_WM_BEAUTIFY_FLAG" val=""/>
</p:tagLst>
</file>

<file path=ppt/tags/tag174.xml><?xml version="1.0" encoding="utf-8"?>
<p:tagLst xmlns:p="http://schemas.openxmlformats.org/presentationml/2006/main">
  <p:tag name="KSO_WM_BEAUTIFY_FLAG" val=""/>
</p:tagLst>
</file>

<file path=ppt/tags/tag175.xml><?xml version="1.0" encoding="utf-8"?>
<p:tagLst xmlns:p="http://schemas.openxmlformats.org/presentationml/2006/main">
  <p:tag name="KSO_WM_BEAUTIFY_FLAG" val=""/>
</p:tagLst>
</file>

<file path=ppt/tags/tag176.xml><?xml version="1.0" encoding="utf-8"?>
<p:tagLst xmlns:p="http://schemas.openxmlformats.org/presentationml/2006/main">
  <p:tag name="KSO_WM_BEAUTIFY_FLAG" val=""/>
</p:tagLst>
</file>

<file path=ppt/tags/tag177.xml><?xml version="1.0" encoding="utf-8"?>
<p:tagLst xmlns:p="http://schemas.openxmlformats.org/presentationml/2006/main">
  <p:tag name="KSO_WM_BEAUTIFY_FLAG" val=""/>
</p:tagLst>
</file>

<file path=ppt/tags/tag178.xml><?xml version="1.0" encoding="utf-8"?>
<p:tagLst xmlns:p="http://schemas.openxmlformats.org/presentationml/2006/main">
  <p:tag name="KSO_WM_BEAUTIFY_FLAG" val=""/>
</p:tagLst>
</file>

<file path=ppt/tags/tag179.xml><?xml version="1.0" encoding="utf-8"?>
<p:tagLst xmlns:p="http://schemas.openxmlformats.org/presentationml/2006/main">
  <p:tag name="KSO_WM_BEAUTIFY_FLAG" val=""/>
</p:tagLst>
</file>

<file path=ppt/tags/tag180.xml><?xml version="1.0" encoding="utf-8"?>
<p:tagLst xmlns:p="http://schemas.openxmlformats.org/presentationml/2006/main">
  <p:tag name="KSO_WM_BEAUTIFY_FLAG" val=""/>
</p:tagLst>
</file>

<file path=ppt/tags/tag181.xml><?xml version="1.0" encoding="utf-8"?>
<p:tagLst xmlns:p="http://schemas.openxmlformats.org/presentationml/2006/main">
  <p:tag name="KSO_WM_BEAUTIFY_FLAG" val=""/>
</p:tagLst>
</file>

<file path=ppt/tags/tag182.xml><?xml version="1.0" encoding="utf-8"?>
<p:tagLst xmlns:p="http://schemas.openxmlformats.org/presentationml/2006/main">
  <p:tag name="KSO_WM_BEAUTIFY_FLAG" val=""/>
</p:tagLst>
</file>

<file path=ppt/tags/tag183.xml><?xml version="1.0" encoding="utf-8"?>
<p:tagLst xmlns:p="http://schemas.openxmlformats.org/presentationml/2006/main">
  <p:tag name="KSO_WM_BEAUTIFY_FLAG" val=""/>
</p:tagLst>
</file>

<file path=ppt/tags/tag184.xml><?xml version="1.0" encoding="utf-8"?>
<p:tagLst xmlns:p="http://schemas.openxmlformats.org/presentationml/2006/main">
  <p:tag name="KSO_WM_BEAUTIFY_FLAG" val="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</p:tagLst>
</file>

<file path=ppt/tags/tag187.xml><?xml version="1.0" encoding="utf-8"?>
<p:tagLst xmlns:p="http://schemas.openxmlformats.org/presentationml/2006/main">
  <p:tag name="KSO_WM_BEAUTIFY_FLAG" val=""/>
</p:tagLst>
</file>

<file path=ppt/tags/tag188.xml><?xml version="1.0" encoding="utf-8"?>
<p:tagLst xmlns:p="http://schemas.openxmlformats.org/presentationml/2006/main">
  <p:tag name="KSO_WM_BEAUTIFY_FLAG" val="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BEAUTIFY_FLAG" val=""/>
</p:tagLst>
</file>

<file path=ppt/tags/tag200.xml><?xml version="1.0" encoding="utf-8"?>
<p:tagLst xmlns:p="http://schemas.openxmlformats.org/presentationml/2006/main">
  <p:tag name="KSO_WM_BEAUTIFY_FLAG" val="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BEAUTIFY_FLAG" val=""/>
</p:tagLst>
</file>

<file path=ppt/tags/tag217.xml><?xml version="1.0" encoding="utf-8"?>
<p:tagLst xmlns:p="http://schemas.openxmlformats.org/presentationml/2006/main">
  <p:tag name="KSO_WM_BEAUTIFY_FLAG" val="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KSO_WM_BEAUTIFY_FLAG" val=""/>
</p:tagLst>
</file>

<file path=ppt/tags/tag234.xml><?xml version="1.0" encoding="utf-8"?>
<p:tagLst xmlns:p="http://schemas.openxmlformats.org/presentationml/2006/main">
  <p:tag name="KSO_WM_BEAUTIFY_FLAG" val=""/>
</p:tagLst>
</file>

<file path=ppt/tags/tag235.xml><?xml version="1.0" encoding="utf-8"?>
<p:tagLst xmlns:p="http://schemas.openxmlformats.org/presentationml/2006/main">
  <p:tag name="KSO_WM_BEAUTIFY_FLAG" val=""/>
</p:tagLst>
</file>

<file path=ppt/tags/tag236.xml><?xml version="1.0" encoding="utf-8"?>
<p:tagLst xmlns:p="http://schemas.openxmlformats.org/presentationml/2006/main">
  <p:tag name="KSO_WM_BEAUTIFY_FLAG" val=""/>
</p:tagLst>
</file>

<file path=ppt/tags/tag237.xml><?xml version="1.0" encoding="utf-8"?>
<p:tagLst xmlns:p="http://schemas.openxmlformats.org/presentationml/2006/main">
  <p:tag name="KSO_WM_BEAUTIFY_FLAG" val=""/>
</p:tagLst>
</file>

<file path=ppt/tags/tag238.xml><?xml version="1.0" encoding="utf-8"?>
<p:tagLst xmlns:p="http://schemas.openxmlformats.org/presentationml/2006/main">
  <p:tag name="KSO_WM_BEAUTIFY_FLAG" val=""/>
</p:tagLst>
</file>

<file path=ppt/tags/tag239.xml><?xml version="1.0" encoding="utf-8"?>
<p:tagLst xmlns:p="http://schemas.openxmlformats.org/presentationml/2006/main">
  <p:tag name="KSO_WM_BEAUTIFY_FLAG" val=""/>
</p:tagLst>
</file>

<file path=ppt/tags/tag240.xml><?xml version="1.0" encoding="utf-8"?>
<p:tagLst xmlns:p="http://schemas.openxmlformats.org/presentationml/2006/main">
  <p:tag name="KSO_WM_BEAUTIFY_FLAG" val=""/>
</p:tagLst>
</file>

<file path=ppt/tags/tag241.xml><?xml version="1.0" encoding="utf-8"?>
<p:tagLst xmlns:p="http://schemas.openxmlformats.org/presentationml/2006/main">
  <p:tag name="KSO_WM_BEAUTIFY_FLAG" val=""/>
</p:tagLst>
</file>

<file path=ppt/tags/tag242.xml><?xml version="1.0" encoding="utf-8"?>
<p:tagLst xmlns:p="http://schemas.openxmlformats.org/presentationml/2006/main">
  <p:tag name="KSO_WM_BEAUTIFY_FLAG" val=""/>
</p:tagLst>
</file>

<file path=ppt/tags/tag243.xml><?xml version="1.0" encoding="utf-8"?>
<p:tagLst xmlns:p="http://schemas.openxmlformats.org/presentationml/2006/main">
  <p:tag name="KSO_WM_BEAUTIFY_FLAG" val=""/>
</p:tagLst>
</file>

<file path=ppt/tags/tag244.xml><?xml version="1.0" encoding="utf-8"?>
<p:tagLst xmlns:p="http://schemas.openxmlformats.org/presentationml/2006/main">
  <p:tag name="KSO_WM_BEAUTIFY_FLAG" val=""/>
</p:tagLst>
</file>

<file path=ppt/tags/tag245.xml><?xml version="1.0" encoding="utf-8"?>
<p:tagLst xmlns:p="http://schemas.openxmlformats.org/presentationml/2006/main">
  <p:tag name="KSO_WM_BEAUTIFY_FLAG" val=""/>
</p:tagLst>
</file>

<file path=ppt/tags/tag246.xml><?xml version="1.0" encoding="utf-8"?>
<p:tagLst xmlns:p="http://schemas.openxmlformats.org/presentationml/2006/main">
  <p:tag name="KSO_WM_BEAUTIFY_FLAG" val=""/>
</p:tagLst>
</file>

<file path=ppt/tags/tag247.xml><?xml version="1.0" encoding="utf-8"?>
<p:tagLst xmlns:p="http://schemas.openxmlformats.org/presentationml/2006/main">
  <p:tag name="KSO_WM_BEAUTIFY_FLAG" val=""/>
</p:tagLst>
</file>

<file path=ppt/tags/tag248.xml><?xml version="1.0" encoding="utf-8"?>
<p:tagLst xmlns:p="http://schemas.openxmlformats.org/presentationml/2006/main">
  <p:tag name="KSO_WM_BEAUTIFY_FLAG" val=""/>
</p:tagLst>
</file>

<file path=ppt/tags/tag249.xml><?xml version="1.0" encoding="utf-8"?>
<p:tagLst xmlns:p="http://schemas.openxmlformats.org/presentationml/2006/main">
  <p:tag name="KSO_WM_BEAUTIFY_FLAG" val=""/>
</p:tagLst>
</file>

<file path=ppt/tags/tag250.xml><?xml version="1.0" encoding="utf-8"?>
<p:tagLst xmlns:p="http://schemas.openxmlformats.org/presentationml/2006/main">
  <p:tag name="KSO_WM_BEAUTIFY_FLAG" val=""/>
</p:tagLst>
</file>

<file path=ppt/tags/tag251.xml><?xml version="1.0" encoding="utf-8"?>
<p:tagLst xmlns:p="http://schemas.openxmlformats.org/presentationml/2006/main">
  <p:tag name="KSO_WM_BEAUTIFY_FLAG" val=""/>
</p:tagLst>
</file>

<file path=ppt/tags/tag252.xml><?xml version="1.0" encoding="utf-8"?>
<p:tagLst xmlns:p="http://schemas.openxmlformats.org/presentationml/2006/main">
  <p:tag name="KSO_WM_BEAUTIFY_FLAG" val=""/>
</p:tagLst>
</file>

<file path=ppt/tags/tag253.xml><?xml version="1.0" encoding="utf-8"?>
<p:tagLst xmlns:p="http://schemas.openxmlformats.org/presentationml/2006/main">
  <p:tag name="KSO_WM_BEAUTIFY_FLAG" val=""/>
</p:tagLst>
</file>

<file path=ppt/tags/tag254.xml><?xml version="1.0" encoding="utf-8"?>
<p:tagLst xmlns:p="http://schemas.openxmlformats.org/presentationml/2006/main">
  <p:tag name="KSO_WM_BEAUTIFY_FLAG" val=""/>
</p:tagLst>
</file>

<file path=ppt/tags/tag255.xml><?xml version="1.0" encoding="utf-8"?>
<p:tagLst xmlns:p="http://schemas.openxmlformats.org/presentationml/2006/main">
  <p:tag name="KSO_WM_BEAUTIFY_FLAG" val=""/>
</p:tagLst>
</file>

<file path=ppt/tags/tag256.xml><?xml version="1.0" encoding="utf-8"?>
<p:tagLst xmlns:p="http://schemas.openxmlformats.org/presentationml/2006/main">
  <p:tag name="KSO_WM_BEAUTIFY_FLAG" val=""/>
</p:tagLst>
</file>

<file path=ppt/tags/tag257.xml><?xml version="1.0" encoding="utf-8"?>
<p:tagLst xmlns:p="http://schemas.openxmlformats.org/presentationml/2006/main">
  <p:tag name="KSO_WM_BEAUTIFY_FLAG" val=""/>
</p:tagLst>
</file>

<file path=ppt/tags/tag258.xml><?xml version="1.0" encoding="utf-8"?>
<p:tagLst xmlns:p="http://schemas.openxmlformats.org/presentationml/2006/main">
  <p:tag name="KSO_WM_BEAUTIFY_FLAG" val=""/>
</p:tagLst>
</file>

<file path=ppt/tags/tag259.xml><?xml version="1.0" encoding="utf-8"?>
<p:tagLst xmlns:p="http://schemas.openxmlformats.org/presentationml/2006/main">
  <p:tag name="KSO_WM_BEAUTIFY_FLAG" val=""/>
</p:tagLst>
</file>

<file path=ppt/tags/tag260.xml><?xml version="1.0" encoding="utf-8"?>
<p:tagLst xmlns:p="http://schemas.openxmlformats.org/presentationml/2006/main">
  <p:tag name="KSO_WM_BEAUTIFY_FLAG" val=""/>
</p:tagLst>
</file>

<file path=ppt/tags/tag261.xml><?xml version="1.0" encoding="utf-8"?>
<p:tagLst xmlns:p="http://schemas.openxmlformats.org/presentationml/2006/main">
  <p:tag name="KSO_WM_BEAUTIFY_FLAG" val=""/>
</p:tagLst>
</file>

<file path=ppt/tags/tag262.xml><?xml version="1.0" encoding="utf-8"?>
<p:tagLst xmlns:p="http://schemas.openxmlformats.org/presentationml/2006/main">
  <p:tag name="KSO_WM_BEAUTIFY_FLAG" val=""/>
</p:tagLst>
</file>

<file path=ppt/tags/tag263.xml><?xml version="1.0" encoding="utf-8"?>
<p:tagLst xmlns:p="http://schemas.openxmlformats.org/presentationml/2006/main">
  <p:tag name="KSO_WM_BEAUTIFY_FLAG" val=""/>
</p:tagLst>
</file>

<file path=ppt/tags/tag264.xml><?xml version="1.0" encoding="utf-8"?>
<p:tagLst xmlns:p="http://schemas.openxmlformats.org/presentationml/2006/main">
  <p:tag name="KSO_WM_BEAUTIFY_FLAG" val=""/>
</p:tagLst>
</file>

<file path=ppt/tags/tag265.xml><?xml version="1.0" encoding="utf-8"?>
<p:tagLst xmlns:p="http://schemas.openxmlformats.org/presentationml/2006/main">
  <p:tag name="KSO_WM_BEAUTIFY_FLAG" val=""/>
</p:tagLst>
</file>

<file path=ppt/tags/tag266.xml><?xml version="1.0" encoding="utf-8"?>
<p:tagLst xmlns:p="http://schemas.openxmlformats.org/presentationml/2006/main">
  <p:tag name="KSO_WM_BEAUTIFY_FLAG" val=""/>
</p:tagLst>
</file>

<file path=ppt/tags/tag267.xml><?xml version="1.0" encoding="utf-8"?>
<p:tagLst xmlns:p="http://schemas.openxmlformats.org/presentationml/2006/main">
  <p:tag name="KSO_WM_BEAUTIFY_FLAG" val=""/>
</p:tagLst>
</file>

<file path=ppt/tags/tag268.xml><?xml version="1.0" encoding="utf-8"?>
<p:tagLst xmlns:p="http://schemas.openxmlformats.org/presentationml/2006/main">
  <p:tag name="KSO_WM_BEAUTIFY_FLAG" val=""/>
</p:tagLst>
</file>

<file path=ppt/tags/tag269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5449</Words>
  <Application>WPS 演示</Application>
  <PresentationFormat>宽屏</PresentationFormat>
  <Paragraphs>357</Paragraphs>
  <Slides>40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55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62</cp:revision>
  <dcterms:created xsi:type="dcterms:W3CDTF">2025-06-30T13:47:36Z</dcterms:created>
  <dcterms:modified xsi:type="dcterms:W3CDTF">2025-06-30T13:47:36Z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