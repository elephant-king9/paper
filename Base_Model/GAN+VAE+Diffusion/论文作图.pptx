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1"/>
  </p:handoutMasterIdLst>
  <p:sldIdLst>
    <p:sldId id="256" r:id="rId3"/>
    <p:sldId id="258" r:id="rId5"/>
    <p:sldId id="257" r:id="rId6"/>
    <p:sldId id="259" r:id="rId7"/>
    <p:sldId id="260" r:id="rId8"/>
    <p:sldId id="262" r:id="rId9"/>
    <p:sldId id="263" r:id="rId10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78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4.png"/><Relationship Id="rId7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tags" Target="../tags/tag6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37.xml"/><Relationship Id="rId44" Type="http://schemas.openxmlformats.org/officeDocument/2006/relationships/tags" Target="../tags/tag36.xml"/><Relationship Id="rId43" Type="http://schemas.openxmlformats.org/officeDocument/2006/relationships/image" Target="../media/image11.png"/><Relationship Id="rId42" Type="http://schemas.openxmlformats.org/officeDocument/2006/relationships/tags" Target="../tags/tag35.xml"/><Relationship Id="rId41" Type="http://schemas.openxmlformats.org/officeDocument/2006/relationships/tags" Target="../tags/tag34.xml"/><Relationship Id="rId40" Type="http://schemas.openxmlformats.org/officeDocument/2006/relationships/image" Target="../media/image10.png"/><Relationship Id="rId4" Type="http://schemas.openxmlformats.org/officeDocument/2006/relationships/image" Target="../media/image2.png"/><Relationship Id="rId39" Type="http://schemas.openxmlformats.org/officeDocument/2006/relationships/tags" Target="../tags/tag33.xml"/><Relationship Id="rId38" Type="http://schemas.openxmlformats.org/officeDocument/2006/relationships/tags" Target="../tags/tag32.xml"/><Relationship Id="rId37" Type="http://schemas.openxmlformats.org/officeDocument/2006/relationships/image" Target="../media/image9.png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tags" Target="../tags/tag29.xml"/><Relationship Id="rId33" Type="http://schemas.openxmlformats.org/officeDocument/2006/relationships/tags" Target="../tags/tag28.xml"/><Relationship Id="rId32" Type="http://schemas.openxmlformats.org/officeDocument/2006/relationships/tags" Target="../tags/tag27.xml"/><Relationship Id="rId31" Type="http://schemas.openxmlformats.org/officeDocument/2006/relationships/image" Target="../media/image8.png"/><Relationship Id="rId30" Type="http://schemas.openxmlformats.org/officeDocument/2006/relationships/tags" Target="../tags/tag26.xml"/><Relationship Id="rId3" Type="http://schemas.openxmlformats.org/officeDocument/2006/relationships/tags" Target="../tags/tag5.xml"/><Relationship Id="rId29" Type="http://schemas.openxmlformats.org/officeDocument/2006/relationships/tags" Target="../tags/tag25.xml"/><Relationship Id="rId28" Type="http://schemas.openxmlformats.org/officeDocument/2006/relationships/tags" Target="../tags/tag24.xml"/><Relationship Id="rId27" Type="http://schemas.openxmlformats.org/officeDocument/2006/relationships/tags" Target="../tags/tag23.xml"/><Relationship Id="rId26" Type="http://schemas.openxmlformats.org/officeDocument/2006/relationships/tags" Target="../tags/tag22.xml"/><Relationship Id="rId25" Type="http://schemas.openxmlformats.org/officeDocument/2006/relationships/tags" Target="../tags/tag21.xml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tags" Target="../tags/tag15.xml"/><Relationship Id="rId18" Type="http://schemas.openxmlformats.org/officeDocument/2006/relationships/image" Target="../media/image7.png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6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5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image" Target="../media/image13.png"/><Relationship Id="rId3" Type="http://schemas.openxmlformats.org/officeDocument/2006/relationships/tags" Target="../tags/tag39.xml"/><Relationship Id="rId2" Type="http://schemas.openxmlformats.org/officeDocument/2006/relationships/image" Target="../media/image12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3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image" Target="../media/image17.png"/><Relationship Id="rId5" Type="http://schemas.openxmlformats.org/officeDocument/2006/relationships/tags" Target="../tags/tag46.xml"/><Relationship Id="rId4" Type="http://schemas.openxmlformats.org/officeDocument/2006/relationships/image" Target="../media/image16.png"/><Relationship Id="rId3" Type="http://schemas.openxmlformats.org/officeDocument/2006/relationships/tags" Target="../tags/tag45.xml"/><Relationship Id="rId2" Type="http://schemas.openxmlformats.org/officeDocument/2006/relationships/image" Target="../media/image15.png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50.xml"/><Relationship Id="rId1" Type="http://schemas.openxmlformats.org/officeDocument/2006/relationships/tags" Target="../tags/tag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5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8186420" y="2456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612900" y="3630930"/>
            <a:ext cx="8966200" cy="3136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71475" y="2023745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7799705" y="11049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1804670" y="558800"/>
            <a:ext cx="443484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534670" y="3860800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407670" y="157480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1270</Words>
  <Application>WPS 演示</Application>
  <PresentationFormat>宽屏</PresentationFormat>
  <Paragraphs>60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23</cp:revision>
  <dcterms:created xsi:type="dcterms:W3CDTF">2025-06-28T08:09:13Z</dcterms:created>
  <dcterms:modified xsi:type="dcterms:W3CDTF">2025-06-28T08:09:13Z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