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4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7.xml"/><Relationship Id="rId51" Type="http://schemas.openxmlformats.org/officeDocument/2006/relationships/tags" Target="../tags/tag96.xml"/><Relationship Id="rId50" Type="http://schemas.openxmlformats.org/officeDocument/2006/relationships/tags" Target="../tags/tag95.xml"/><Relationship Id="rId5" Type="http://schemas.openxmlformats.org/officeDocument/2006/relationships/tags" Target="../tags/tag57.xml"/><Relationship Id="rId49" Type="http://schemas.openxmlformats.org/officeDocument/2006/relationships/tags" Target="../tags/tag94.xml"/><Relationship Id="rId48" Type="http://schemas.openxmlformats.org/officeDocument/2006/relationships/tags" Target="../tags/tag93.xml"/><Relationship Id="rId47" Type="http://schemas.openxmlformats.org/officeDocument/2006/relationships/tags" Target="../tags/tag92.xml"/><Relationship Id="rId46" Type="http://schemas.openxmlformats.org/officeDocument/2006/relationships/tags" Target="../tags/tag91.xml"/><Relationship Id="rId45" Type="http://schemas.openxmlformats.org/officeDocument/2006/relationships/tags" Target="../tags/tag90.xml"/><Relationship Id="rId44" Type="http://schemas.openxmlformats.org/officeDocument/2006/relationships/image" Target="../media/image22.png"/><Relationship Id="rId43" Type="http://schemas.openxmlformats.org/officeDocument/2006/relationships/tags" Target="../tags/tag89.xml"/><Relationship Id="rId42" Type="http://schemas.openxmlformats.org/officeDocument/2006/relationships/tags" Target="../tags/tag88.xml"/><Relationship Id="rId41" Type="http://schemas.openxmlformats.org/officeDocument/2006/relationships/tags" Target="../tags/tag87.xml"/><Relationship Id="rId40" Type="http://schemas.openxmlformats.org/officeDocument/2006/relationships/tags" Target="../tags/tag86.xml"/><Relationship Id="rId4" Type="http://schemas.openxmlformats.org/officeDocument/2006/relationships/image" Target="../media/image17.png"/><Relationship Id="rId39" Type="http://schemas.openxmlformats.org/officeDocument/2006/relationships/tags" Target="../tags/tag85.xml"/><Relationship Id="rId38" Type="http://schemas.openxmlformats.org/officeDocument/2006/relationships/tags" Target="../tags/tag84.xml"/><Relationship Id="rId37" Type="http://schemas.openxmlformats.org/officeDocument/2006/relationships/tags" Target="../tags/tag83.xml"/><Relationship Id="rId36" Type="http://schemas.openxmlformats.org/officeDocument/2006/relationships/tags" Target="../tags/tag82.xml"/><Relationship Id="rId35" Type="http://schemas.openxmlformats.org/officeDocument/2006/relationships/tags" Target="../tags/tag81.xml"/><Relationship Id="rId34" Type="http://schemas.openxmlformats.org/officeDocument/2006/relationships/tags" Target="../tags/tag80.xml"/><Relationship Id="rId33" Type="http://schemas.openxmlformats.org/officeDocument/2006/relationships/image" Target="../media/image16.png"/><Relationship Id="rId32" Type="http://schemas.openxmlformats.org/officeDocument/2006/relationships/tags" Target="../tags/tag79.xml"/><Relationship Id="rId31" Type="http://schemas.openxmlformats.org/officeDocument/2006/relationships/image" Target="../media/image15.png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image" Target="../media/image25.png"/><Relationship Id="rId5" Type="http://schemas.openxmlformats.org/officeDocument/2006/relationships/tags" Target="../tags/tag100.xml"/><Relationship Id="rId4" Type="http://schemas.openxmlformats.org/officeDocument/2006/relationships/image" Target="../media/image24.png"/><Relationship Id="rId3" Type="http://schemas.openxmlformats.org/officeDocument/2006/relationships/tags" Target="../tags/tag99.xml"/><Relationship Id="rId2" Type="http://schemas.openxmlformats.org/officeDocument/2006/relationships/image" Target="../media/image23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8.xml"/><Relationship Id="rId13" Type="http://schemas.openxmlformats.org/officeDocument/2006/relationships/tags" Target="../tags/tag107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image" Target="../media/image27.png"/><Relationship Id="rId3" Type="http://schemas.openxmlformats.org/officeDocument/2006/relationships/tags" Target="../tags/tag110.xml"/><Relationship Id="rId2" Type="http://schemas.openxmlformats.org/officeDocument/2006/relationships/image" Target="../media/image26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4.xml"/><Relationship Id="rId17" Type="http://schemas.openxmlformats.org/officeDocument/2006/relationships/tags" Target="../tags/tag123.xml"/><Relationship Id="rId16" Type="http://schemas.openxmlformats.org/officeDocument/2006/relationships/tags" Target="../tags/tag122.xml"/><Relationship Id="rId15" Type="http://schemas.openxmlformats.org/officeDocument/2006/relationships/tags" Target="../tags/tag121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tags" Target="../tags/tag10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tags" Target="../tags/tag131.xml"/><Relationship Id="rId7" Type="http://schemas.openxmlformats.org/officeDocument/2006/relationships/tags" Target="../tags/tag130.xml"/><Relationship Id="rId6" Type="http://schemas.openxmlformats.org/officeDocument/2006/relationships/tags" Target="../tags/tag129.xml"/><Relationship Id="rId5" Type="http://schemas.openxmlformats.org/officeDocument/2006/relationships/tags" Target="../tags/tag128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image" Target="../media/image28.png"/><Relationship Id="rId19" Type="http://schemas.openxmlformats.org/officeDocument/2006/relationships/tags" Target="../tags/tag141.xml"/><Relationship Id="rId18" Type="http://schemas.openxmlformats.org/officeDocument/2006/relationships/tags" Target="../tags/tag140.xml"/><Relationship Id="rId17" Type="http://schemas.openxmlformats.org/officeDocument/2006/relationships/tags" Target="../tags/tag139.xml"/><Relationship Id="rId16" Type="http://schemas.openxmlformats.org/officeDocument/2006/relationships/tags" Target="../tags/tag138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image" Target="../media/image29.png"/><Relationship Id="rId11" Type="http://schemas.openxmlformats.org/officeDocument/2006/relationships/tags" Target="../tags/tag134.xml"/><Relationship Id="rId10" Type="http://schemas.openxmlformats.org/officeDocument/2006/relationships/tags" Target="../tags/tag133.xml"/><Relationship Id="rId1" Type="http://schemas.openxmlformats.org/officeDocument/2006/relationships/tags" Target="../tags/tag1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9.xml"/><Relationship Id="rId8" Type="http://schemas.openxmlformats.org/officeDocument/2006/relationships/image" Target="../media/image32.png"/><Relationship Id="rId7" Type="http://schemas.openxmlformats.org/officeDocument/2006/relationships/tags" Target="../tags/tag148.xml"/><Relationship Id="rId6" Type="http://schemas.openxmlformats.org/officeDocument/2006/relationships/tags" Target="../tags/tag147.xml"/><Relationship Id="rId5" Type="http://schemas.openxmlformats.org/officeDocument/2006/relationships/image" Target="../media/image31.png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image" Target="../media/image30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7.xml"/><Relationship Id="rId17" Type="http://schemas.openxmlformats.org/officeDocument/2006/relationships/tags" Target="../tags/tag156.xml"/><Relationship Id="rId16" Type="http://schemas.openxmlformats.org/officeDocument/2006/relationships/tags" Target="../tags/tag155.xml"/><Relationship Id="rId15" Type="http://schemas.openxmlformats.org/officeDocument/2006/relationships/tags" Target="../tags/tag154.xml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image" Target="../media/image33.png"/><Relationship Id="rId10" Type="http://schemas.openxmlformats.org/officeDocument/2006/relationships/tags" Target="../tags/tag150.xml"/><Relationship Id="rId1" Type="http://schemas.openxmlformats.org/officeDocument/2006/relationships/tags" Target="../tags/tag14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3.xml"/><Relationship Id="rId8" Type="http://schemas.openxmlformats.org/officeDocument/2006/relationships/tags" Target="../tags/tag162.xml"/><Relationship Id="rId7" Type="http://schemas.openxmlformats.org/officeDocument/2006/relationships/image" Target="../media/image36.png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image" Target="../media/image35.png"/><Relationship Id="rId3" Type="http://schemas.openxmlformats.org/officeDocument/2006/relationships/tags" Target="../tags/tag159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5.xml"/><Relationship Id="rId23" Type="http://schemas.openxmlformats.org/officeDocument/2006/relationships/tags" Target="../tags/tag174.xml"/><Relationship Id="rId22" Type="http://schemas.openxmlformats.org/officeDocument/2006/relationships/tags" Target="../tags/tag173.xml"/><Relationship Id="rId21" Type="http://schemas.openxmlformats.org/officeDocument/2006/relationships/tags" Target="../tags/tag172.xml"/><Relationship Id="rId20" Type="http://schemas.openxmlformats.org/officeDocument/2006/relationships/tags" Target="../tags/tag171.xml"/><Relationship Id="rId2" Type="http://schemas.openxmlformats.org/officeDocument/2006/relationships/image" Target="../media/image34.png"/><Relationship Id="rId19" Type="http://schemas.openxmlformats.org/officeDocument/2006/relationships/tags" Target="../tags/tag170.xml"/><Relationship Id="rId18" Type="http://schemas.openxmlformats.org/officeDocument/2006/relationships/tags" Target="../tags/tag169.xml"/><Relationship Id="rId17" Type="http://schemas.openxmlformats.org/officeDocument/2006/relationships/tags" Target="../tags/tag168.xml"/><Relationship Id="rId16" Type="http://schemas.openxmlformats.org/officeDocument/2006/relationships/tags" Target="../tags/tag167.xml"/><Relationship Id="rId15" Type="http://schemas.openxmlformats.org/officeDocument/2006/relationships/image" Target="../media/image39.png"/><Relationship Id="rId14" Type="http://schemas.openxmlformats.org/officeDocument/2006/relationships/tags" Target="../tags/tag166.xml"/><Relationship Id="rId13" Type="http://schemas.openxmlformats.org/officeDocument/2006/relationships/image" Target="../media/image38.png"/><Relationship Id="rId12" Type="http://schemas.openxmlformats.org/officeDocument/2006/relationships/tags" Target="../tags/tag165.xml"/><Relationship Id="rId11" Type="http://schemas.openxmlformats.org/officeDocument/2006/relationships/tags" Target="../tags/tag164.xml"/><Relationship Id="rId10" Type="http://schemas.openxmlformats.org/officeDocument/2006/relationships/image" Target="../media/image37.png"/><Relationship Id="rId1" Type="http://schemas.openxmlformats.org/officeDocument/2006/relationships/tags" Target="../tags/tag15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2.xml"/><Relationship Id="rId8" Type="http://schemas.openxmlformats.org/officeDocument/2006/relationships/tags" Target="../tags/tag181.xml"/><Relationship Id="rId7" Type="http://schemas.openxmlformats.org/officeDocument/2006/relationships/tags" Target="../tags/tag180.xml"/><Relationship Id="rId6" Type="http://schemas.openxmlformats.org/officeDocument/2006/relationships/tags" Target="../tags/tag179.xml"/><Relationship Id="rId5" Type="http://schemas.openxmlformats.org/officeDocument/2006/relationships/tags" Target="../tags/tag178.xml"/><Relationship Id="rId4" Type="http://schemas.openxmlformats.org/officeDocument/2006/relationships/image" Target="../media/image41.png"/><Relationship Id="rId3" Type="http://schemas.openxmlformats.org/officeDocument/2006/relationships/tags" Target="../tags/tag177.xml"/><Relationship Id="rId2" Type="http://schemas.openxmlformats.org/officeDocument/2006/relationships/image" Target="../media/image40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6.xml"/><Relationship Id="rId14" Type="http://schemas.openxmlformats.org/officeDocument/2006/relationships/tags" Target="../tags/tag185.xml"/><Relationship Id="rId13" Type="http://schemas.openxmlformats.org/officeDocument/2006/relationships/image" Target="../media/image43.png"/><Relationship Id="rId12" Type="http://schemas.openxmlformats.org/officeDocument/2006/relationships/tags" Target="../tags/tag184.xml"/><Relationship Id="rId11" Type="http://schemas.openxmlformats.org/officeDocument/2006/relationships/tags" Target="../tags/tag183.xml"/><Relationship Id="rId10" Type="http://schemas.openxmlformats.org/officeDocument/2006/relationships/image" Target="../media/image42.png"/><Relationship Id="rId1" Type="http://schemas.openxmlformats.org/officeDocument/2006/relationships/tags" Target="../tags/tag17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190.xml"/><Relationship Id="rId5" Type="http://schemas.openxmlformats.org/officeDocument/2006/relationships/image" Target="../media/image45.png"/><Relationship Id="rId4" Type="http://schemas.openxmlformats.org/officeDocument/2006/relationships/tags" Target="../tags/tag189.xml"/><Relationship Id="rId3" Type="http://schemas.openxmlformats.org/officeDocument/2006/relationships/tags" Target="../tags/tag188.xml"/><Relationship Id="rId2" Type="http://schemas.openxmlformats.org/officeDocument/2006/relationships/image" Target="../media/image44.png"/><Relationship Id="rId1" Type="http://schemas.openxmlformats.org/officeDocument/2006/relationships/tags" Target="../tags/tag1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2829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</a:t>
            </a:r>
            <a:r>
              <a:rPr lang="en-US" altLang="zh-CN"/>
              <a:t>IM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3062605"/>
            <a:ext cx="4521200" cy="7620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33350" y="218694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我们如果想知道模型从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生成中间时刻的概率，只需要知道模型从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生成最终时刻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回退到中间时刻的概率的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63490" y="3062605"/>
            <a:ext cx="6858000" cy="647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206490" y="2186940"/>
            <a:ext cx="507492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解释了模型如何根据xt和x0得到xt-1的概率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只需要知道x0和xt的均值和方差，就可以推导任何中间步骤的概率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3996</Words>
  <Application>WPS 演示</Application>
  <PresentationFormat>宽屏</PresentationFormat>
  <Paragraphs>244</Paragraphs>
  <Slides>20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51</cp:revision>
  <dcterms:created xsi:type="dcterms:W3CDTF">2025-06-29T07:06:05Z</dcterms:created>
  <dcterms:modified xsi:type="dcterms:W3CDTF">2025-06-29T07:06:05Z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